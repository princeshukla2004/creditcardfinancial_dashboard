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0" d="100"/>
          <a:sy n="100" d="100"/>
        </p:scale>
        <p:origin x="96" y="1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77394-0A20-4CF6-9066-CFC2C1C9D30F}"/>
              </a:ext>
            </a:extLst>
          </p:cNvPr>
          <p:cNvSpPr>
            <a:spLocks noGrp="1"/>
          </p:cNvSpPr>
          <p:nvPr>
            <p:ph type="ctrTitle"/>
          </p:nvPr>
        </p:nvSpPr>
        <p:spPr>
          <a:xfrm>
            <a:off x="3359149" y="389840"/>
            <a:ext cx="8281987" cy="2954655"/>
          </a:xfrm>
        </p:spPr>
        <p:txBody>
          <a:bodyPr anchor="t" anchorCtr="0">
            <a:normAutofit/>
          </a:bodyPr>
          <a:lstStyle>
            <a:lvl1pPr algn="l">
              <a:lnSpc>
                <a:spcPct val="100000"/>
              </a:lnSpc>
              <a:defRPr sz="6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F10971F-8922-4B23-9C80-0643D7E35026}"/>
              </a:ext>
            </a:extLst>
          </p:cNvPr>
          <p:cNvSpPr>
            <a:spLocks noGrp="1"/>
          </p:cNvSpPr>
          <p:nvPr>
            <p:ph type="subTitle" idx="1"/>
          </p:nvPr>
        </p:nvSpPr>
        <p:spPr>
          <a:xfrm>
            <a:off x="3359149" y="3536951"/>
            <a:ext cx="8281989" cy="2555874"/>
          </a:xfrm>
        </p:spPr>
        <p:txBody>
          <a:bodyPr>
            <a:normAutofit/>
          </a:bodyPr>
          <a:lstStyle>
            <a:lvl1pPr marL="0" indent="0" algn="l">
              <a:lnSpc>
                <a:spcPct val="100000"/>
              </a:lnSpc>
              <a:buNone/>
              <a:defRPr sz="2400">
                <a:solidFill>
                  <a:schemeClr val="tx1">
                    <a:alpha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8B1BC074-1090-47AF-BDE8-3859BF574BA6}"/>
              </a:ext>
            </a:extLst>
          </p:cNvPr>
          <p:cNvSpPr>
            <a:spLocks noGrp="1"/>
          </p:cNvSpPr>
          <p:nvPr>
            <p:ph type="dt" sz="half" idx="10"/>
          </p:nvPr>
        </p:nvSpPr>
        <p:spPr/>
        <p:txBody>
          <a:bodyPr/>
          <a:lstStyle/>
          <a:p>
            <a:fld id="{72EA7947-E287-4738-8C82-07CE4F01EF03}" type="datetime2">
              <a:rPr lang="en-US" smtClean="0"/>
              <a:t>Tuesday, January 6, 2026</a:t>
            </a:fld>
            <a:endParaRPr lang="en-US" dirty="0"/>
          </a:p>
        </p:txBody>
      </p:sp>
      <p:sp>
        <p:nvSpPr>
          <p:cNvPr id="5" name="Footer Placeholder 4">
            <a:extLst>
              <a:ext uri="{FF2B5EF4-FFF2-40B4-BE49-F238E27FC236}">
                <a16:creationId xmlns:a16="http://schemas.microsoft.com/office/drawing/2014/main" id="{F1D6522F-D41A-4734-8BD1-BD6E5A37D04C}"/>
              </a:ext>
            </a:extLst>
          </p:cNvPr>
          <p:cNvSpPr>
            <a:spLocks noGrp="1"/>
          </p:cNvSpPr>
          <p:nvPr>
            <p:ph type="ftr" sz="quarter" idx="11"/>
          </p:nvPr>
        </p:nvSpPr>
        <p:spPr/>
        <p:txBody>
          <a:bodyPr/>
          <a:lstStyle/>
          <a:p>
            <a:r>
              <a:rPr lang="en-US"/>
              <a:t>Sample Footer</a:t>
            </a:r>
          </a:p>
        </p:txBody>
      </p:sp>
      <p:sp>
        <p:nvSpPr>
          <p:cNvPr id="6" name="Slide Number Placeholder 5">
            <a:extLst>
              <a:ext uri="{FF2B5EF4-FFF2-40B4-BE49-F238E27FC236}">
                <a16:creationId xmlns:a16="http://schemas.microsoft.com/office/drawing/2014/main" id="{D74D4206-406C-42A3-BBD4-44C043180931}"/>
              </a:ext>
            </a:extLst>
          </p:cNvPr>
          <p:cNvSpPr>
            <a:spLocks noGrp="1"/>
          </p:cNvSpPr>
          <p:nvPr>
            <p:ph type="sldNum" sz="quarter" idx="12"/>
          </p:nvPr>
        </p:nvSpPr>
        <p:spPr/>
        <p:txBody>
          <a:bodyPr/>
          <a:lstStyle/>
          <a:p>
            <a:fld id="{DBA1B0FB-D917-4C8C-928F-313BD683BF39}" type="slidenum">
              <a:rPr lang="en-US" smtClean="0"/>
              <a:t>‹#›</a:t>
            </a:fld>
            <a:endParaRPr lang="en-US"/>
          </a:p>
        </p:txBody>
      </p:sp>
      <p:sp>
        <p:nvSpPr>
          <p:cNvPr id="19" name="Freeform: Shape 18">
            <a:extLst>
              <a:ext uri="{FF2B5EF4-FFF2-40B4-BE49-F238E27FC236}">
                <a16:creationId xmlns:a16="http://schemas.microsoft.com/office/drawing/2014/main" id="{82184FF4-7029-4ED7-813A-192E60608764}"/>
              </a:ext>
            </a:extLst>
          </p:cNvPr>
          <p:cNvSpPr>
            <a:spLocks noChangeAspect="1"/>
          </p:cNvSpPr>
          <p:nvPr/>
        </p:nvSpPr>
        <p:spPr>
          <a:xfrm rot="2700000">
            <a:off x="612445" y="48188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Oval 19">
            <a:extLst>
              <a:ext uri="{FF2B5EF4-FFF2-40B4-BE49-F238E27FC236}">
                <a16:creationId xmlns:a16="http://schemas.microsoft.com/office/drawing/2014/main" id="{AAA7AB09-557C-41AD-9113-FF9F68FA1035}"/>
              </a:ext>
            </a:extLst>
          </p:cNvPr>
          <p:cNvSpPr/>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 name="Oval 24">
            <a:extLst>
              <a:ext uri="{FF2B5EF4-FFF2-40B4-BE49-F238E27FC236}">
                <a16:creationId xmlns:a16="http://schemas.microsoft.com/office/drawing/2014/main" id="{EF99ECAA-1F11-4937-BBA6-51935AB44C9D}"/>
              </a:ext>
            </a:extLst>
          </p:cNvPr>
          <p:cNvSpPr>
            <a:spLocks noChangeAspect="1"/>
          </p:cNvSpPr>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34" name="Group 33">
            <a:extLst>
              <a:ext uri="{FF2B5EF4-FFF2-40B4-BE49-F238E27FC236}">
                <a16:creationId xmlns:a16="http://schemas.microsoft.com/office/drawing/2014/main" id="{79DE9FAB-6BBA-4CFE-B67D-77B47F01ECA4}"/>
              </a:ext>
            </a:extLst>
          </p:cNvPr>
          <p:cNvGrpSpPr/>
          <p:nvPr/>
        </p:nvGrpSpPr>
        <p:grpSpPr>
          <a:xfrm>
            <a:off x="1329952" y="4524379"/>
            <a:ext cx="1980001" cy="1363916"/>
            <a:chOff x="4879602" y="3781429"/>
            <a:chExt cx="1980001" cy="1363916"/>
          </a:xfrm>
        </p:grpSpPr>
        <p:sp>
          <p:nvSpPr>
            <p:cNvPr id="35" name="Freeform: Shape 34">
              <a:extLst>
                <a:ext uri="{FF2B5EF4-FFF2-40B4-BE49-F238E27FC236}">
                  <a16:creationId xmlns:a16="http://schemas.microsoft.com/office/drawing/2014/main" id="{79FAC916-D9BB-4794-81B4-7C47C67E850D}"/>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Freeform: Shape 35">
              <a:extLst>
                <a:ext uri="{FF2B5EF4-FFF2-40B4-BE49-F238E27FC236}">
                  <a16:creationId xmlns:a16="http://schemas.microsoft.com/office/drawing/2014/main" id="{B5CA2231-7A65-4D16-8400-A210CC41DB73}"/>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7" name="Oval 36">
              <a:extLst>
                <a:ext uri="{FF2B5EF4-FFF2-40B4-BE49-F238E27FC236}">
                  <a16:creationId xmlns:a16="http://schemas.microsoft.com/office/drawing/2014/main" id="{4B089C8C-B82B-4704-88E2-E857A5E21529}"/>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 name="Oval 37">
              <a:extLst>
                <a:ext uri="{FF2B5EF4-FFF2-40B4-BE49-F238E27FC236}">
                  <a16:creationId xmlns:a16="http://schemas.microsoft.com/office/drawing/2014/main" id="{434B90C8-5B4D-456E-AD99-80EF748FDD72}"/>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val="1528257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3BDBC526-6DCD-4FF6-8395-D8C22E46E527}"/>
              </a:ext>
            </a:extLst>
          </p:cNvPr>
          <p:cNvGrpSpPr/>
          <p:nvPr/>
        </p:nvGrpSpPr>
        <p:grpSpPr>
          <a:xfrm>
            <a:off x="613998" y="5334748"/>
            <a:ext cx="678135" cy="990000"/>
            <a:chOff x="10490969" y="1448827"/>
            <a:chExt cx="678135" cy="990000"/>
          </a:xfrm>
        </p:grpSpPr>
        <p:sp>
          <p:nvSpPr>
            <p:cNvPr id="13" name="Freeform: Shape 12">
              <a:extLst>
                <a:ext uri="{FF2B5EF4-FFF2-40B4-BE49-F238E27FC236}">
                  <a16:creationId xmlns:a16="http://schemas.microsoft.com/office/drawing/2014/main" id="{02ECB475-568C-47AC-B16D-2E202DEB2DE0}"/>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080D8764-525A-441E-B58F-068E82F09714}"/>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Oval 14">
              <a:extLst>
                <a:ext uri="{FF2B5EF4-FFF2-40B4-BE49-F238E27FC236}">
                  <a16:creationId xmlns:a16="http://schemas.microsoft.com/office/drawing/2014/main" id="{11196109-6F2B-4738-B2FC-2CCC753AABD4}"/>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6" name="Freeform: Shape 15">
              <a:extLst>
                <a:ext uri="{FF2B5EF4-FFF2-40B4-BE49-F238E27FC236}">
                  <a16:creationId xmlns:a16="http://schemas.microsoft.com/office/drawing/2014/main" id="{F7E468C2-69B8-470B-85E3-801A3CB1D7E2}"/>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 name="Title 1">
            <a:extLst>
              <a:ext uri="{FF2B5EF4-FFF2-40B4-BE49-F238E27FC236}">
                <a16:creationId xmlns:a16="http://schemas.microsoft.com/office/drawing/2014/main" id="{B1A4B040-51E3-4DA0-B21D-EEE173E7536F}"/>
              </a:ext>
            </a:extLst>
          </p:cNvPr>
          <p:cNvSpPr>
            <a:spLocks noGrp="1"/>
          </p:cNvSpPr>
          <p:nvPr>
            <p:ph type="title"/>
          </p:nvPr>
        </p:nvSpPr>
        <p:spPr>
          <a:xfrm>
            <a:off x="550862" y="549275"/>
            <a:ext cx="11091600" cy="1332000"/>
          </a:xfrm>
        </p:spPr>
        <p:txBody>
          <a:bodyPr vert="horz" wrap="square" lIns="0" tIns="0" rIns="0" bIns="0" rtlCol="0" anchor="t" anchorCtr="0">
            <a:normAutofit/>
          </a:bodyPr>
          <a:lstStyle>
            <a:lvl1pPr>
              <a:defRPr lang="en-US" dirty="0"/>
            </a:lvl1pPr>
          </a:lstStyle>
          <a:p>
            <a:pPr lvl="0">
              <a:lnSpc>
                <a:spcPct val="100000"/>
              </a:lnSpc>
            </a:pPr>
            <a:r>
              <a:rPr lang="en-US"/>
              <a:t>Click to edit Master title style</a:t>
            </a:r>
            <a:endParaRPr lang="en-US" dirty="0"/>
          </a:p>
        </p:txBody>
      </p:sp>
      <p:sp>
        <p:nvSpPr>
          <p:cNvPr id="3" name="Content Placeholder 2">
            <a:extLst>
              <a:ext uri="{FF2B5EF4-FFF2-40B4-BE49-F238E27FC236}">
                <a16:creationId xmlns:a16="http://schemas.microsoft.com/office/drawing/2014/main" id="{F8A2CD90-429B-4A55-B6C8-DD6CE6994118}"/>
              </a:ext>
            </a:extLst>
          </p:cNvPr>
          <p:cNvSpPr>
            <a:spLocks noGrp="1"/>
          </p:cNvSpPr>
          <p:nvPr>
            <p:ph idx="1"/>
          </p:nvPr>
        </p:nvSpPr>
        <p:spPr>
          <a:xfrm>
            <a:off x="550863" y="2113199"/>
            <a:ext cx="11090274" cy="397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D4EE704-5DCA-484E-85E0-0E3A7B1C5046}"/>
              </a:ext>
            </a:extLst>
          </p:cNvPr>
          <p:cNvSpPr>
            <a:spLocks noGrp="1"/>
          </p:cNvSpPr>
          <p:nvPr>
            <p:ph type="dt" sz="half" idx="10"/>
          </p:nvPr>
        </p:nvSpPr>
        <p:spPr/>
        <p:txBody>
          <a:bodyPr/>
          <a:lstStyle/>
          <a:p>
            <a:fld id="{6FE8C025-CD7A-4966-867E-81CF82B15267}" type="datetime2">
              <a:rPr lang="en-US" smtClean="0"/>
              <a:t>Tuesday, January 6, 2026</a:t>
            </a:fld>
            <a:endParaRPr lang="en-US"/>
          </a:p>
        </p:txBody>
      </p:sp>
      <p:sp>
        <p:nvSpPr>
          <p:cNvPr id="5" name="Footer Placeholder 4">
            <a:extLst>
              <a:ext uri="{FF2B5EF4-FFF2-40B4-BE49-F238E27FC236}">
                <a16:creationId xmlns:a16="http://schemas.microsoft.com/office/drawing/2014/main" id="{4CA69B66-1C18-44A2-93F7-97DED26F24AB}"/>
              </a:ext>
            </a:extLst>
          </p:cNvPr>
          <p:cNvSpPr>
            <a:spLocks noGrp="1"/>
          </p:cNvSpPr>
          <p:nvPr>
            <p:ph type="ftr" sz="quarter" idx="11"/>
          </p:nvPr>
        </p:nvSpPr>
        <p:spPr/>
        <p:txBody>
          <a:bodyPr/>
          <a:lstStyle/>
          <a:p>
            <a:r>
              <a:rPr lang="en-US"/>
              <a:t>Sample Footer</a:t>
            </a:r>
          </a:p>
        </p:txBody>
      </p:sp>
      <p:sp>
        <p:nvSpPr>
          <p:cNvPr id="6" name="Slide Number Placeholder 5">
            <a:extLst>
              <a:ext uri="{FF2B5EF4-FFF2-40B4-BE49-F238E27FC236}">
                <a16:creationId xmlns:a16="http://schemas.microsoft.com/office/drawing/2014/main" id="{7E44B5A0-66FA-433A-8DC5-C097C63B4DFC}"/>
              </a:ext>
            </a:extLst>
          </p:cNvPr>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11876432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48" name="Group 47">
            <a:extLst>
              <a:ext uri="{FF2B5EF4-FFF2-40B4-BE49-F238E27FC236}">
                <a16:creationId xmlns:a16="http://schemas.microsoft.com/office/drawing/2014/main" id="{4644CBB8-40B8-42F8-9172-07A476341DDA}"/>
              </a:ext>
            </a:extLst>
          </p:cNvPr>
          <p:cNvGrpSpPr/>
          <p:nvPr/>
        </p:nvGrpSpPr>
        <p:grpSpPr>
          <a:xfrm>
            <a:off x="356481" y="879007"/>
            <a:ext cx="734257" cy="760506"/>
            <a:chOff x="5243759" y="1363788"/>
            <a:chExt cx="734257" cy="760506"/>
          </a:xfrm>
        </p:grpSpPr>
        <p:sp>
          <p:nvSpPr>
            <p:cNvPr id="49" name="Freeform 5">
              <a:extLst>
                <a:ext uri="{FF2B5EF4-FFF2-40B4-BE49-F238E27FC236}">
                  <a16:creationId xmlns:a16="http://schemas.microsoft.com/office/drawing/2014/main" id="{35CE073E-302A-4AA7-98C7-8667DDDCFA18}"/>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0" name="Freeform 6">
              <a:extLst>
                <a:ext uri="{FF2B5EF4-FFF2-40B4-BE49-F238E27FC236}">
                  <a16:creationId xmlns:a16="http://schemas.microsoft.com/office/drawing/2014/main" id="{4FD1AE2F-DD70-4E93-B905-E052A23F0B1C}"/>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1" name="Freeform 8">
              <a:extLst>
                <a:ext uri="{FF2B5EF4-FFF2-40B4-BE49-F238E27FC236}">
                  <a16:creationId xmlns:a16="http://schemas.microsoft.com/office/drawing/2014/main" id="{E8D529E5-8838-47F0-98A4-2D46F11E499C}"/>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45DA2564-D3DB-48AD-83F0-6CC6B5743960}"/>
              </a:ext>
            </a:extLst>
          </p:cNvPr>
          <p:cNvSpPr>
            <a:spLocks noGrp="1"/>
          </p:cNvSpPr>
          <p:nvPr>
            <p:ph type="title"/>
          </p:nvPr>
        </p:nvSpPr>
        <p:spPr>
          <a:xfrm>
            <a:off x="563563" y="474345"/>
            <a:ext cx="11077574" cy="2954655"/>
          </a:xfrm>
        </p:spPr>
        <p:txBody>
          <a:bodyPr vert="horz" wrap="square" lIns="0" tIns="0" rIns="0" bIns="0" rtlCol="0" anchor="b" anchorCtr="0">
            <a:normAutofit/>
          </a:bodyPr>
          <a:lstStyle>
            <a:lvl1pPr>
              <a:defRPr lang="en-US" sz="6400" dirty="0"/>
            </a:lvl1pPr>
          </a:lstStyle>
          <a:p>
            <a:pPr lvl="0">
              <a:lnSpc>
                <a:spcPct val="100000"/>
              </a:lnSpc>
            </a:pPr>
            <a:r>
              <a:rPr lang="en-US"/>
              <a:t>Click to edit Master title style</a:t>
            </a:r>
            <a:endParaRPr lang="en-US" dirty="0"/>
          </a:p>
        </p:txBody>
      </p:sp>
      <p:sp>
        <p:nvSpPr>
          <p:cNvPr id="4" name="Date Placeholder 3">
            <a:extLst>
              <a:ext uri="{FF2B5EF4-FFF2-40B4-BE49-F238E27FC236}">
                <a16:creationId xmlns:a16="http://schemas.microsoft.com/office/drawing/2014/main" id="{56403DDF-462A-45CE-931B-010AB4F73C3F}"/>
              </a:ext>
            </a:extLst>
          </p:cNvPr>
          <p:cNvSpPr>
            <a:spLocks noGrp="1"/>
          </p:cNvSpPr>
          <p:nvPr>
            <p:ph type="dt" sz="half" idx="10"/>
          </p:nvPr>
        </p:nvSpPr>
        <p:spPr/>
        <p:txBody>
          <a:bodyPr/>
          <a:lstStyle/>
          <a:p>
            <a:fld id="{FE809929-0719-4517-94D6-FDF7F99E70F6}" type="datetime2">
              <a:rPr lang="en-US" smtClean="0"/>
              <a:t>Tuesday, January 6, 2026</a:t>
            </a:fld>
            <a:endParaRPr lang="en-US"/>
          </a:p>
        </p:txBody>
      </p:sp>
      <p:sp>
        <p:nvSpPr>
          <p:cNvPr id="5" name="Footer Placeholder 4">
            <a:extLst>
              <a:ext uri="{FF2B5EF4-FFF2-40B4-BE49-F238E27FC236}">
                <a16:creationId xmlns:a16="http://schemas.microsoft.com/office/drawing/2014/main" id="{39E10702-2ACF-4768-9E91-8CB87B89594D}"/>
              </a:ext>
            </a:extLst>
          </p:cNvPr>
          <p:cNvSpPr>
            <a:spLocks noGrp="1"/>
          </p:cNvSpPr>
          <p:nvPr>
            <p:ph type="ftr" sz="quarter" idx="11"/>
          </p:nvPr>
        </p:nvSpPr>
        <p:spPr/>
        <p:txBody>
          <a:bodyPr/>
          <a:lstStyle/>
          <a:p>
            <a:r>
              <a:rPr lang="en-US"/>
              <a:t>Sample Footer</a:t>
            </a:r>
          </a:p>
        </p:txBody>
      </p:sp>
      <p:sp>
        <p:nvSpPr>
          <p:cNvPr id="6" name="Slide Number Placeholder 5">
            <a:extLst>
              <a:ext uri="{FF2B5EF4-FFF2-40B4-BE49-F238E27FC236}">
                <a16:creationId xmlns:a16="http://schemas.microsoft.com/office/drawing/2014/main" id="{E8DFA722-391E-4FCF-8E15-0D7E2EC02B63}"/>
              </a:ext>
            </a:extLst>
          </p:cNvPr>
          <p:cNvSpPr>
            <a:spLocks noGrp="1"/>
          </p:cNvSpPr>
          <p:nvPr>
            <p:ph type="sldNum" sz="quarter" idx="12"/>
          </p:nvPr>
        </p:nvSpPr>
        <p:spPr/>
        <p:txBody>
          <a:bodyPr/>
          <a:lstStyle/>
          <a:p>
            <a:fld id="{DBA1B0FB-D917-4C8C-928F-313BD683BF39}" type="slidenum">
              <a:rPr lang="en-US" smtClean="0"/>
              <a:t>‹#›</a:t>
            </a:fld>
            <a:endParaRPr lang="en-US"/>
          </a:p>
        </p:txBody>
      </p:sp>
      <p:sp>
        <p:nvSpPr>
          <p:cNvPr id="3" name="Text Placeholder 2">
            <a:extLst>
              <a:ext uri="{FF2B5EF4-FFF2-40B4-BE49-F238E27FC236}">
                <a16:creationId xmlns:a16="http://schemas.microsoft.com/office/drawing/2014/main" id="{76EEA752-36DA-440B-8747-0EB2914080EE}"/>
              </a:ext>
            </a:extLst>
          </p:cNvPr>
          <p:cNvSpPr>
            <a:spLocks noGrp="1"/>
          </p:cNvSpPr>
          <p:nvPr>
            <p:ph type="body" idx="1"/>
          </p:nvPr>
        </p:nvSpPr>
        <p:spPr>
          <a:xfrm>
            <a:off x="566271" y="3629772"/>
            <a:ext cx="11074866" cy="2678953"/>
          </a:xfrm>
        </p:spPr>
        <p:txBody>
          <a:bodyPr>
            <a:normAutofit/>
          </a:bodyPr>
          <a:lstStyle>
            <a:lvl1pPr marL="0" indent="0">
              <a:lnSpc>
                <a:spcPct val="110000"/>
              </a:lnSpc>
              <a:spcBef>
                <a:spcPts val="0"/>
              </a:spcBef>
              <a:buNone/>
              <a:defRPr sz="2400">
                <a:solidFill>
                  <a:schemeClr val="tx1">
                    <a:alpha val="8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1" name="Freeform: Shape 40">
            <a:extLst>
              <a:ext uri="{FF2B5EF4-FFF2-40B4-BE49-F238E27FC236}">
                <a16:creationId xmlns:a16="http://schemas.microsoft.com/office/drawing/2014/main" id="{0BCC02B0-8581-4752-B7BC-3CE1EF17B9F7}"/>
              </a:ext>
            </a:extLst>
          </p:cNvPr>
          <p:cNvSpPr>
            <a:spLocks noChangeAspect="1"/>
          </p:cNvSpPr>
          <p:nvPr/>
        </p:nvSpPr>
        <p:spPr>
          <a:xfrm rot="18900000">
            <a:off x="11209132" y="4448189"/>
            <a:ext cx="999200" cy="1262947"/>
          </a:xfrm>
          <a:custGeom>
            <a:avLst/>
            <a:gdLst>
              <a:gd name="connsiteX0" fmla="*/ 540000 w 999200"/>
              <a:gd name="connsiteY0" fmla="*/ 0 h 1262947"/>
              <a:gd name="connsiteX1" fmla="*/ 999200 w 999200"/>
              <a:gd name="connsiteY1" fmla="*/ 815317 h 1262947"/>
              <a:gd name="connsiteX2" fmla="*/ 552185 w 999200"/>
              <a:gd name="connsiteY2" fmla="*/ 1262333 h 1262947"/>
              <a:gd name="connsiteX3" fmla="*/ 540000 w 999200"/>
              <a:gd name="connsiteY3" fmla="*/ 1262947 h 1262947"/>
              <a:gd name="connsiteX4" fmla="*/ 0 w 999200"/>
              <a:gd name="connsiteY4" fmla="*/ 992947 h 1262947"/>
              <a:gd name="connsiteX5" fmla="*/ 10971 w 999200"/>
              <a:gd name="connsiteY5" fmla="*/ 938533 h 1262947"/>
              <a:gd name="connsiteX6" fmla="*/ 15626 w 999200"/>
              <a:gd name="connsiteY6" fmla="*/ 931034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9200" h="1262947">
                <a:moveTo>
                  <a:pt x="540000" y="0"/>
                </a:moveTo>
                <a:lnTo>
                  <a:pt x="999200" y="815317"/>
                </a:lnTo>
                <a:lnTo>
                  <a:pt x="552185" y="1262333"/>
                </a:lnTo>
                <a:lnTo>
                  <a:pt x="540000" y="1262947"/>
                </a:lnTo>
                <a:cubicBezTo>
                  <a:pt x="241766" y="1262947"/>
                  <a:pt x="0" y="1142064"/>
                  <a:pt x="0" y="992947"/>
                </a:cubicBezTo>
                <a:cubicBezTo>
                  <a:pt x="0" y="974307"/>
                  <a:pt x="3778" y="956109"/>
                  <a:pt x="10971" y="938533"/>
                </a:cubicBezTo>
                <a:lnTo>
                  <a:pt x="15626" y="931034"/>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10200000" scaled="0"/>
          </a:gradFill>
          <a:ln>
            <a:noFill/>
          </a:ln>
          <a:effectLst>
            <a:innerShdw blurRad="254000" dist="101600" dir="42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3" name="Freeform: Shape 42">
            <a:extLst>
              <a:ext uri="{FF2B5EF4-FFF2-40B4-BE49-F238E27FC236}">
                <a16:creationId xmlns:a16="http://schemas.microsoft.com/office/drawing/2014/main" id="{EA0FF4DB-8180-4D26-AEAE-7ECDB670F71D}"/>
              </a:ext>
            </a:extLst>
          </p:cNvPr>
          <p:cNvSpPr/>
          <p:nvPr/>
        </p:nvSpPr>
        <p:spPr>
          <a:xfrm rot="2700000">
            <a:off x="11686937" y="4853516"/>
            <a:ext cx="540000" cy="978284"/>
          </a:xfrm>
          <a:custGeom>
            <a:avLst/>
            <a:gdLst>
              <a:gd name="connsiteX0" fmla="*/ 113288 w 540000"/>
              <a:gd name="connsiteY0" fmla="*/ 0 h 978284"/>
              <a:gd name="connsiteX1" fmla="*/ 539386 w 540000"/>
              <a:gd name="connsiteY1" fmla="*/ 426099 h 978284"/>
              <a:gd name="connsiteX2" fmla="*/ 540000 w 540000"/>
              <a:gd name="connsiteY2" fmla="*/ 438284 h 978284"/>
              <a:gd name="connsiteX3" fmla="*/ 270000 w 540000"/>
              <a:gd name="connsiteY3" fmla="*/ 978284 h 978284"/>
              <a:gd name="connsiteX4" fmla="*/ 0 w 540000"/>
              <a:gd name="connsiteY4" fmla="*/ 438284 h 978284"/>
              <a:gd name="connsiteX5" fmla="*/ 79081 w 540000"/>
              <a:gd name="connsiteY5" fmla="*/ 56446 h 97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000" h="978284">
                <a:moveTo>
                  <a:pt x="113288" y="0"/>
                </a:moveTo>
                <a:lnTo>
                  <a:pt x="539386" y="426099"/>
                </a:lnTo>
                <a:lnTo>
                  <a:pt x="540000" y="438284"/>
                </a:lnTo>
                <a:cubicBezTo>
                  <a:pt x="540000" y="736518"/>
                  <a:pt x="419117" y="978284"/>
                  <a:pt x="270000" y="978284"/>
                </a:cubicBezTo>
                <a:cubicBezTo>
                  <a:pt x="120883" y="978284"/>
                  <a:pt x="0" y="736518"/>
                  <a:pt x="0" y="438284"/>
                </a:cubicBezTo>
                <a:cubicBezTo>
                  <a:pt x="0" y="289167"/>
                  <a:pt x="30220" y="154167"/>
                  <a:pt x="79081" y="56446"/>
                </a:cubicBezTo>
                <a:close/>
              </a:path>
            </a:pathLst>
          </a:cu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32925824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94729CA3-91C4-4A89-9448-A2F0E409177A}"/>
              </a:ext>
            </a:extLst>
          </p:cNvPr>
          <p:cNvSpPr>
            <a:spLocks noChangeAspect="1"/>
          </p:cNvSpPr>
          <p:nvPr/>
        </p:nvSpPr>
        <p:spPr>
          <a:xfrm>
            <a:off x="11069864" y="33337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3" name="Group 12">
            <a:extLst>
              <a:ext uri="{FF2B5EF4-FFF2-40B4-BE49-F238E27FC236}">
                <a16:creationId xmlns:a16="http://schemas.microsoft.com/office/drawing/2014/main" id="{168347B7-45FA-4A01-924D-DC385B720B3E}"/>
              </a:ext>
            </a:extLst>
          </p:cNvPr>
          <p:cNvGrpSpPr/>
          <p:nvPr/>
        </p:nvGrpSpPr>
        <p:grpSpPr>
          <a:xfrm>
            <a:off x="331786" y="5528198"/>
            <a:ext cx="631474" cy="667800"/>
            <a:chOff x="2994153" y="1378666"/>
            <a:chExt cx="631474" cy="667800"/>
          </a:xfrm>
        </p:grpSpPr>
        <p:sp>
          <p:nvSpPr>
            <p:cNvPr id="20" name="Freeform: Shape 19">
              <a:extLst>
                <a:ext uri="{FF2B5EF4-FFF2-40B4-BE49-F238E27FC236}">
                  <a16:creationId xmlns:a16="http://schemas.microsoft.com/office/drawing/2014/main" id="{31167DA1-25D1-4E60-A62E-42B6F56A96EC}"/>
                </a:ext>
              </a:extLst>
            </p:cNvPr>
            <p:cNvSpPr>
              <a:spLocks noChangeAspect="1"/>
            </p:cNvSpPr>
            <p:nvPr/>
          </p:nvSpPr>
          <p:spPr>
            <a:xfrm rot="2700000">
              <a:off x="3039890" y="1332929"/>
              <a:ext cx="540000"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1" name="Oval 20">
              <a:extLst>
                <a:ext uri="{FF2B5EF4-FFF2-40B4-BE49-F238E27FC236}">
                  <a16:creationId xmlns:a16="http://schemas.microsoft.com/office/drawing/2014/main" id="{6B7B7215-A661-477E-91D0-CDBE5564D2B9}"/>
                </a:ext>
              </a:extLst>
            </p:cNvPr>
            <p:cNvSpPr/>
            <p:nvPr/>
          </p:nvSpPr>
          <p:spPr>
            <a:xfrm rot="8100000">
              <a:off x="3047090" y="1506466"/>
              <a:ext cx="270000" cy="54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8978E540-142B-4A82-9C3F-E61BC190AEED}"/>
              </a:ext>
            </a:extLst>
          </p:cNvPr>
          <p:cNvSpPr>
            <a:spLocks noGrp="1"/>
          </p:cNvSpPr>
          <p:nvPr>
            <p:ph type="title"/>
          </p:nvPr>
        </p:nvSpPr>
        <p:spPr>
          <a:xfrm>
            <a:off x="550863" y="549275"/>
            <a:ext cx="11090274" cy="1332000"/>
          </a:xfrm>
        </p:spPr>
        <p:txBody>
          <a:bodyPr/>
          <a:lstStyle>
            <a:lvl1pPr>
              <a:lnSpc>
                <a:spcPct val="100000"/>
              </a:lnSpc>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2C6BF36-D4F5-4363-B440-BDAE50BBD4B6}"/>
              </a:ext>
            </a:extLst>
          </p:cNvPr>
          <p:cNvSpPr>
            <a:spLocks noGrp="1"/>
          </p:cNvSpPr>
          <p:nvPr>
            <p:ph sz="half" idx="1"/>
          </p:nvPr>
        </p:nvSpPr>
        <p:spPr>
          <a:xfrm>
            <a:off x="550862" y="2097175"/>
            <a:ext cx="5435600" cy="3995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8362910-87AA-4E67-992D-8D4822FD89FE}"/>
              </a:ext>
            </a:extLst>
          </p:cNvPr>
          <p:cNvSpPr>
            <a:spLocks noGrp="1"/>
          </p:cNvSpPr>
          <p:nvPr>
            <p:ph sz="half" idx="2"/>
          </p:nvPr>
        </p:nvSpPr>
        <p:spPr>
          <a:xfrm>
            <a:off x="6205538" y="2097175"/>
            <a:ext cx="5435600" cy="3995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BB99A8AF-0998-4613-B1D8-C14ECBFFDF67}"/>
              </a:ext>
            </a:extLst>
          </p:cNvPr>
          <p:cNvSpPr>
            <a:spLocks noGrp="1"/>
          </p:cNvSpPr>
          <p:nvPr>
            <p:ph type="dt" sz="half" idx="10"/>
          </p:nvPr>
        </p:nvSpPr>
        <p:spPr/>
        <p:txBody>
          <a:bodyPr/>
          <a:lstStyle/>
          <a:p>
            <a:fld id="{20E95673-5512-4AAA-9AEB-E00C61EC65D5}" type="datetime2">
              <a:rPr lang="en-US" smtClean="0"/>
              <a:t>Tuesday, January 6, 2026</a:t>
            </a:fld>
            <a:endParaRPr lang="en-US"/>
          </a:p>
        </p:txBody>
      </p:sp>
      <p:sp>
        <p:nvSpPr>
          <p:cNvPr id="6" name="Footer Placeholder 5">
            <a:extLst>
              <a:ext uri="{FF2B5EF4-FFF2-40B4-BE49-F238E27FC236}">
                <a16:creationId xmlns:a16="http://schemas.microsoft.com/office/drawing/2014/main" id="{66E44EAA-B8A9-4428-A9DF-1174DA940990}"/>
              </a:ext>
            </a:extLst>
          </p:cNvPr>
          <p:cNvSpPr>
            <a:spLocks noGrp="1"/>
          </p:cNvSpPr>
          <p:nvPr>
            <p:ph type="ftr" sz="quarter" idx="11"/>
          </p:nvPr>
        </p:nvSpPr>
        <p:spPr/>
        <p:txBody>
          <a:bodyPr/>
          <a:lstStyle/>
          <a:p>
            <a:r>
              <a:rPr lang="en-US"/>
              <a:t>Sample Footer</a:t>
            </a:r>
          </a:p>
        </p:txBody>
      </p:sp>
      <p:sp>
        <p:nvSpPr>
          <p:cNvPr id="7" name="Slide Number Placeholder 6">
            <a:extLst>
              <a:ext uri="{FF2B5EF4-FFF2-40B4-BE49-F238E27FC236}">
                <a16:creationId xmlns:a16="http://schemas.microsoft.com/office/drawing/2014/main" id="{19E5C381-C899-4BF9-B584-2D78074D1CB2}"/>
              </a:ext>
            </a:extLst>
          </p:cNvPr>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33820798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2" name="Oval 11">
            <a:extLst>
              <a:ext uri="{FF2B5EF4-FFF2-40B4-BE49-F238E27FC236}">
                <a16:creationId xmlns:a16="http://schemas.microsoft.com/office/drawing/2014/main" id="{FD65A50E-2F73-4426-8586-9731AFA2D2E0}"/>
              </a:ext>
            </a:extLst>
          </p:cNvPr>
          <p:cNvSpPr>
            <a:spLocks noChangeAspect="1"/>
          </p:cNvSpPr>
          <p:nvPr/>
        </p:nvSpPr>
        <p:spPr>
          <a:xfrm>
            <a:off x="11091612" y="5893466"/>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Rectangle 10">
            <a:extLst>
              <a:ext uri="{FF2B5EF4-FFF2-40B4-BE49-F238E27FC236}">
                <a16:creationId xmlns:a16="http://schemas.microsoft.com/office/drawing/2014/main" id="{EB89C080-4102-49AE-BDA9-59A4A67E2486}"/>
              </a:ext>
            </a:extLst>
          </p:cNvPr>
          <p:cNvSpPr/>
          <p:nvPr/>
        </p:nvSpPr>
        <p:spPr>
          <a:xfrm>
            <a:off x="11451612" y="5827878"/>
            <a:ext cx="379049" cy="360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E62014-F04C-495A-964E-6B888D49CDE9}"/>
              </a:ext>
            </a:extLst>
          </p:cNvPr>
          <p:cNvSpPr>
            <a:spLocks noGrp="1"/>
          </p:cNvSpPr>
          <p:nvPr>
            <p:ph type="title"/>
          </p:nvPr>
        </p:nvSpPr>
        <p:spPr>
          <a:xfrm>
            <a:off x="550862" y="549275"/>
            <a:ext cx="11097551" cy="1332000"/>
          </a:xfrm>
        </p:spPr>
        <p:txBody>
          <a:bodyPr vert="horz" wrap="square" lIns="0" tIns="0" rIns="0" bIns="0" rtlCol="0" anchor="t" anchorCtr="0">
            <a:normAutofit/>
          </a:bodyPr>
          <a:lstStyle>
            <a:lvl1pPr>
              <a:defRPr lang="en-US" sz="3200" dirty="0"/>
            </a:lvl1pPr>
          </a:lstStyle>
          <a:p>
            <a:pPr lvl="0">
              <a:lnSpc>
                <a:spcPct val="100000"/>
              </a:lnSpc>
            </a:pPr>
            <a:r>
              <a:rPr lang="en-US"/>
              <a:t>Click to edit Master title style</a:t>
            </a:r>
            <a:endParaRPr lang="en-US" dirty="0"/>
          </a:p>
        </p:txBody>
      </p:sp>
      <p:sp>
        <p:nvSpPr>
          <p:cNvPr id="3" name="Text Placeholder 2">
            <a:extLst>
              <a:ext uri="{FF2B5EF4-FFF2-40B4-BE49-F238E27FC236}">
                <a16:creationId xmlns:a16="http://schemas.microsoft.com/office/drawing/2014/main" id="{555DF027-E633-44EE-ACA0-C205930AA93E}"/>
              </a:ext>
            </a:extLst>
          </p:cNvPr>
          <p:cNvSpPr>
            <a:spLocks noGrp="1"/>
          </p:cNvSpPr>
          <p:nvPr>
            <p:ph type="body" idx="1"/>
          </p:nvPr>
        </p:nvSpPr>
        <p:spPr>
          <a:xfrm>
            <a:off x="550864" y="1881275"/>
            <a:ext cx="5437186" cy="535354"/>
          </a:xfrm>
        </p:spPr>
        <p:txBody>
          <a:bodyPr anchor="b">
            <a:normAutofit/>
          </a:bodyPr>
          <a:lstStyle>
            <a:lvl1pPr marL="0" indent="0">
              <a:buNone/>
              <a:defRPr sz="14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A4F363-FEEF-4CD2-A18E-17AE8D485171}"/>
              </a:ext>
            </a:extLst>
          </p:cNvPr>
          <p:cNvSpPr>
            <a:spLocks noGrp="1"/>
          </p:cNvSpPr>
          <p:nvPr>
            <p:ph sz="half" idx="2"/>
          </p:nvPr>
        </p:nvSpPr>
        <p:spPr>
          <a:xfrm>
            <a:off x="550863" y="2577270"/>
            <a:ext cx="5429114" cy="3515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34E50F8C-4D64-40FD-AE8C-6A1F3C2A84ED}"/>
              </a:ext>
            </a:extLst>
          </p:cNvPr>
          <p:cNvSpPr>
            <a:spLocks noGrp="1"/>
          </p:cNvSpPr>
          <p:nvPr>
            <p:ph type="body" sz="quarter" idx="3"/>
          </p:nvPr>
        </p:nvSpPr>
        <p:spPr>
          <a:xfrm>
            <a:off x="6212024" y="1881275"/>
            <a:ext cx="5436392" cy="535354"/>
          </a:xfrm>
        </p:spPr>
        <p:txBody>
          <a:bodyPr vert="horz" wrap="square" lIns="0" tIns="0" rIns="0" bIns="0" rtlCol="0" anchor="b">
            <a:normAutofit/>
          </a:bodyPr>
          <a:lstStyle>
            <a:lvl1pPr>
              <a:defRPr lang="en-US" sz="1400" b="0" cap="all" spc="200" baseline="0" dirty="0">
                <a:solidFill>
                  <a:schemeClr val="tx1"/>
                </a:solidFill>
              </a:defRPr>
            </a:lvl1pPr>
          </a:lstStyle>
          <a:p>
            <a:pPr marL="0" lvl="0" indent="0">
              <a:buNone/>
            </a:pPr>
            <a:r>
              <a:rPr lang="en-US"/>
              <a:t>Click to edit Master text styles</a:t>
            </a:r>
          </a:p>
        </p:txBody>
      </p:sp>
      <p:sp>
        <p:nvSpPr>
          <p:cNvPr id="6" name="Content Placeholder 5">
            <a:extLst>
              <a:ext uri="{FF2B5EF4-FFF2-40B4-BE49-F238E27FC236}">
                <a16:creationId xmlns:a16="http://schemas.microsoft.com/office/drawing/2014/main" id="{A7AC943E-DB2B-40E0-907F-8EA1404791DE}"/>
              </a:ext>
            </a:extLst>
          </p:cNvPr>
          <p:cNvSpPr>
            <a:spLocks noGrp="1"/>
          </p:cNvSpPr>
          <p:nvPr>
            <p:ph sz="quarter" idx="4"/>
          </p:nvPr>
        </p:nvSpPr>
        <p:spPr>
          <a:xfrm>
            <a:off x="6212023" y="2577270"/>
            <a:ext cx="5436391" cy="3515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CDCD5B-3F26-4AFA-8BD4-E5D8DD2AF494}"/>
              </a:ext>
            </a:extLst>
          </p:cNvPr>
          <p:cNvSpPr>
            <a:spLocks noGrp="1"/>
          </p:cNvSpPr>
          <p:nvPr>
            <p:ph type="dt" sz="half" idx="10"/>
          </p:nvPr>
        </p:nvSpPr>
        <p:spPr/>
        <p:txBody>
          <a:bodyPr/>
          <a:lstStyle/>
          <a:p>
            <a:fld id="{C13138FA-2E87-4873-8BBA-13E447C9A99A}" type="datetime2">
              <a:rPr lang="en-US" smtClean="0"/>
              <a:t>Tuesday, January 6, 2026</a:t>
            </a:fld>
            <a:endParaRPr lang="en-US"/>
          </a:p>
        </p:txBody>
      </p:sp>
      <p:sp>
        <p:nvSpPr>
          <p:cNvPr id="8" name="Footer Placeholder 7">
            <a:extLst>
              <a:ext uri="{FF2B5EF4-FFF2-40B4-BE49-F238E27FC236}">
                <a16:creationId xmlns:a16="http://schemas.microsoft.com/office/drawing/2014/main" id="{3D10D1EE-83A0-4FB5-9B25-8A73DE891A87}"/>
              </a:ext>
            </a:extLst>
          </p:cNvPr>
          <p:cNvSpPr>
            <a:spLocks noGrp="1"/>
          </p:cNvSpPr>
          <p:nvPr>
            <p:ph type="ftr" sz="quarter" idx="11"/>
          </p:nvPr>
        </p:nvSpPr>
        <p:spPr/>
        <p:txBody>
          <a:bodyPr/>
          <a:lstStyle/>
          <a:p>
            <a:r>
              <a:rPr lang="en-US"/>
              <a:t>Sample Footer</a:t>
            </a:r>
          </a:p>
        </p:txBody>
      </p:sp>
      <p:sp>
        <p:nvSpPr>
          <p:cNvPr id="9" name="Slide Number Placeholder 8">
            <a:extLst>
              <a:ext uri="{FF2B5EF4-FFF2-40B4-BE49-F238E27FC236}">
                <a16:creationId xmlns:a16="http://schemas.microsoft.com/office/drawing/2014/main" id="{03031C35-2E5B-491D-85ED-DB42A4FE1623}"/>
              </a:ext>
            </a:extLst>
          </p:cNvPr>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14716836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2053C-0E9C-4159-B7C9-6AB74343918D}"/>
              </a:ext>
            </a:extLst>
          </p:cNvPr>
          <p:cNvSpPr>
            <a:spLocks noGrp="1"/>
          </p:cNvSpPr>
          <p:nvPr>
            <p:ph type="title"/>
          </p:nvPr>
        </p:nvSpPr>
        <p:spPr>
          <a:xfrm>
            <a:off x="3359149" y="550799"/>
            <a:ext cx="8283313" cy="5542025"/>
          </a:xfrm>
        </p:spPr>
        <p:txBody>
          <a:bodyPr vert="horz" wrap="square" lIns="0" tIns="0" rIns="0" bIns="0" rtlCol="0" anchor="ctr" anchorCtr="0">
            <a:normAutofit/>
          </a:bodyPr>
          <a:lstStyle>
            <a:lvl1pPr>
              <a:defRPr lang="en-US" dirty="0"/>
            </a:lvl1pPr>
          </a:lstStyle>
          <a:p>
            <a:pPr lvl="0">
              <a:lnSpc>
                <a:spcPct val="100000"/>
              </a:lnSpc>
            </a:pPr>
            <a:r>
              <a:rPr lang="en-US"/>
              <a:t>Click to edit Master title style</a:t>
            </a:r>
            <a:endParaRPr lang="en-US" dirty="0"/>
          </a:p>
        </p:txBody>
      </p:sp>
      <p:sp>
        <p:nvSpPr>
          <p:cNvPr id="3" name="Date Placeholder 2">
            <a:extLst>
              <a:ext uri="{FF2B5EF4-FFF2-40B4-BE49-F238E27FC236}">
                <a16:creationId xmlns:a16="http://schemas.microsoft.com/office/drawing/2014/main" id="{D4F51F65-E111-4656-83BE-CFCDE2DD6CD6}"/>
              </a:ext>
            </a:extLst>
          </p:cNvPr>
          <p:cNvSpPr>
            <a:spLocks noGrp="1"/>
          </p:cNvSpPr>
          <p:nvPr>
            <p:ph type="dt" sz="half" idx="10"/>
          </p:nvPr>
        </p:nvSpPr>
        <p:spPr/>
        <p:txBody>
          <a:bodyPr/>
          <a:lstStyle/>
          <a:p>
            <a:fld id="{D75BB40A-97BD-4BFB-B639-0BFF95FDE8B7}" type="datetime2">
              <a:rPr lang="en-US" smtClean="0"/>
              <a:t>Tuesday, January 6, 2026</a:t>
            </a:fld>
            <a:endParaRPr lang="en-US"/>
          </a:p>
        </p:txBody>
      </p:sp>
      <p:sp>
        <p:nvSpPr>
          <p:cNvPr id="4" name="Footer Placeholder 3">
            <a:extLst>
              <a:ext uri="{FF2B5EF4-FFF2-40B4-BE49-F238E27FC236}">
                <a16:creationId xmlns:a16="http://schemas.microsoft.com/office/drawing/2014/main" id="{F9FF82CB-2D17-4918-821E-485475CF243B}"/>
              </a:ext>
            </a:extLst>
          </p:cNvPr>
          <p:cNvSpPr>
            <a:spLocks noGrp="1"/>
          </p:cNvSpPr>
          <p:nvPr>
            <p:ph type="ftr" sz="quarter" idx="11"/>
          </p:nvPr>
        </p:nvSpPr>
        <p:spPr/>
        <p:txBody>
          <a:bodyPr/>
          <a:lstStyle/>
          <a:p>
            <a:r>
              <a:rPr lang="en-US"/>
              <a:t>Sample Footer</a:t>
            </a:r>
          </a:p>
        </p:txBody>
      </p:sp>
      <p:sp>
        <p:nvSpPr>
          <p:cNvPr id="5" name="Slide Number Placeholder 4">
            <a:extLst>
              <a:ext uri="{FF2B5EF4-FFF2-40B4-BE49-F238E27FC236}">
                <a16:creationId xmlns:a16="http://schemas.microsoft.com/office/drawing/2014/main" id="{7B66589D-A056-4817-AE15-39D87FE13169}"/>
              </a:ext>
            </a:extLst>
          </p:cNvPr>
          <p:cNvSpPr>
            <a:spLocks noGrp="1"/>
          </p:cNvSpPr>
          <p:nvPr>
            <p:ph type="sldNum" sz="quarter" idx="12"/>
          </p:nvPr>
        </p:nvSpPr>
        <p:spPr/>
        <p:txBody>
          <a:bodyPr/>
          <a:lstStyle/>
          <a:p>
            <a:fld id="{DBA1B0FB-D917-4C8C-928F-313BD683BF39}" type="slidenum">
              <a:rPr lang="en-US" smtClean="0"/>
              <a:t>‹#›</a:t>
            </a:fld>
            <a:endParaRPr lang="en-US"/>
          </a:p>
        </p:txBody>
      </p:sp>
      <p:sp>
        <p:nvSpPr>
          <p:cNvPr id="39" name="Freeform: Shape 38">
            <a:extLst>
              <a:ext uri="{FF2B5EF4-FFF2-40B4-BE49-F238E27FC236}">
                <a16:creationId xmlns:a16="http://schemas.microsoft.com/office/drawing/2014/main" id="{E489F067-39E1-4757-BC11-6169A343F2E1}"/>
              </a:ext>
            </a:extLst>
          </p:cNvPr>
          <p:cNvSpPr>
            <a:spLocks noChangeAspect="1"/>
          </p:cNvSpPr>
          <p:nvPr/>
        </p:nvSpPr>
        <p:spPr>
          <a:xfrm rot="18900000" flipV="1">
            <a:off x="-410727" y="3958416"/>
            <a:ext cx="3536330" cy="1853969"/>
          </a:xfrm>
          <a:custGeom>
            <a:avLst/>
            <a:gdLst>
              <a:gd name="connsiteX0" fmla="*/ 3536330 w 3536330"/>
              <a:gd name="connsiteY0" fmla="*/ 1853969 h 1853969"/>
              <a:gd name="connsiteX1" fmla="*/ 1682362 w 3536330"/>
              <a:gd name="connsiteY1" fmla="*/ 0 h 1853969"/>
              <a:gd name="connsiteX2" fmla="*/ 52157 w 3536330"/>
              <a:gd name="connsiteY2" fmla="*/ 970257 h 1853969"/>
              <a:gd name="connsiteX3" fmla="*/ 0 w 3536330"/>
              <a:gd name="connsiteY3" fmla="*/ 1078528 h 1853969"/>
              <a:gd name="connsiteX4" fmla="*/ 757215 w 3536330"/>
              <a:gd name="connsiteY4" fmla="*/ 1835743 h 1853969"/>
              <a:gd name="connsiteX5" fmla="*/ 774211 w 3536330"/>
              <a:gd name="connsiteY5" fmla="*/ 1667149 h 1853969"/>
              <a:gd name="connsiteX6" fmla="*/ 1682362 w 3536330"/>
              <a:gd name="connsiteY6" fmla="*/ 926985 h 1853969"/>
              <a:gd name="connsiteX7" fmla="*/ 2609345 w 3536330"/>
              <a:gd name="connsiteY7" fmla="*/ 1853969 h 1853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6330" h="1853969">
                <a:moveTo>
                  <a:pt x="3536330" y="1853969"/>
                </a:moveTo>
                <a:cubicBezTo>
                  <a:pt x="3536330" y="830051"/>
                  <a:pt x="2706280" y="0"/>
                  <a:pt x="1682362" y="0"/>
                </a:cubicBezTo>
                <a:cubicBezTo>
                  <a:pt x="978418" y="0"/>
                  <a:pt x="366107" y="392328"/>
                  <a:pt x="52157" y="970257"/>
                </a:cubicBezTo>
                <a:lnTo>
                  <a:pt x="0" y="1078528"/>
                </a:lnTo>
                <a:lnTo>
                  <a:pt x="757215" y="1835743"/>
                </a:lnTo>
                <a:lnTo>
                  <a:pt x="774211" y="1667149"/>
                </a:lnTo>
                <a:cubicBezTo>
                  <a:pt x="860649" y="1244739"/>
                  <a:pt x="1234397" y="926985"/>
                  <a:pt x="1682362" y="926985"/>
                </a:cubicBezTo>
                <a:cubicBezTo>
                  <a:pt x="2194320" y="926985"/>
                  <a:pt x="2609345" y="1342010"/>
                  <a:pt x="2609345" y="1853969"/>
                </a:cubicBezTo>
                <a:close/>
              </a:path>
            </a:pathLst>
          </a:custGeom>
          <a:gradFill flip="none" rotWithShape="1">
            <a:gsLst>
              <a:gs pos="97000">
                <a:schemeClr val="bg2"/>
              </a:gs>
              <a:gs pos="31000">
                <a:schemeClr val="bg2">
                  <a:lumMod val="90000"/>
                  <a:lumOff val="10000"/>
                </a:schemeClr>
              </a:gs>
            </a:gsLst>
            <a:lin ang="15000000" scaled="0"/>
            <a:tileRect/>
          </a:gradFill>
          <a:ln>
            <a:noFill/>
          </a:ln>
          <a:effectLst>
            <a:innerShdw blurRad="355600" dist="101600" dir="16200000">
              <a:schemeClr val="accent1">
                <a:lumMod val="60000"/>
                <a:lumOff val="40000"/>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Freeform: Shape 32">
            <a:extLst>
              <a:ext uri="{FF2B5EF4-FFF2-40B4-BE49-F238E27FC236}">
                <a16:creationId xmlns:a16="http://schemas.microsoft.com/office/drawing/2014/main" id="{DD231011-607F-42F1-B2D9-2BA8E91CC6AF}"/>
              </a:ext>
            </a:extLst>
          </p:cNvPr>
          <p:cNvSpPr>
            <a:spLocks noChangeAspect="1"/>
          </p:cNvSpPr>
          <p:nvPr/>
        </p:nvSpPr>
        <p:spPr>
          <a:xfrm rot="18900000" flipV="1">
            <a:off x="-481151" y="3649708"/>
            <a:ext cx="3478701" cy="2164843"/>
          </a:xfrm>
          <a:custGeom>
            <a:avLst/>
            <a:gdLst>
              <a:gd name="connsiteX0" fmla="*/ 3478701 w 3478701"/>
              <a:gd name="connsiteY0" fmla="*/ 2164843 h 2164843"/>
              <a:gd name="connsiteX1" fmla="*/ 1624733 w 3478701"/>
              <a:gd name="connsiteY1" fmla="*/ 0 h 2164843"/>
              <a:gd name="connsiteX2" fmla="*/ 87393 w 3478701"/>
              <a:gd name="connsiteY2" fmla="*/ 954459 h 2164843"/>
              <a:gd name="connsiteX3" fmla="*/ 0 w 3478701"/>
              <a:gd name="connsiteY3" fmla="*/ 1122434 h 2164843"/>
              <a:gd name="connsiteX4" fmla="*/ 736015 w 3478701"/>
              <a:gd name="connsiteY4" fmla="*/ 1858449 h 2164843"/>
              <a:gd name="connsiteX5" fmla="*/ 739424 w 3478701"/>
              <a:gd name="connsiteY5" fmla="*/ 1842964 h 2164843"/>
              <a:gd name="connsiteX6" fmla="*/ 1624733 w 3478701"/>
              <a:gd name="connsiteY6" fmla="*/ 1082422 h 2164843"/>
              <a:gd name="connsiteX7" fmla="*/ 2551716 w 3478701"/>
              <a:gd name="connsiteY7" fmla="*/ 2164843 h 2164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8701" h="2164843">
                <a:moveTo>
                  <a:pt x="3478701" y="2164843"/>
                </a:moveTo>
                <a:cubicBezTo>
                  <a:pt x="3478701" y="969234"/>
                  <a:pt x="2648651" y="0"/>
                  <a:pt x="1624733" y="0"/>
                </a:cubicBezTo>
                <a:cubicBezTo>
                  <a:pt x="984784" y="0"/>
                  <a:pt x="420564" y="378607"/>
                  <a:pt x="87393" y="954459"/>
                </a:cubicBezTo>
                <a:lnTo>
                  <a:pt x="0" y="1122434"/>
                </a:lnTo>
                <a:lnTo>
                  <a:pt x="736015" y="1858449"/>
                </a:lnTo>
                <a:lnTo>
                  <a:pt x="739424" y="1842964"/>
                </a:lnTo>
                <a:cubicBezTo>
                  <a:pt x="856791" y="1402344"/>
                  <a:pt x="1208766" y="1082422"/>
                  <a:pt x="1624733" y="1082422"/>
                </a:cubicBezTo>
                <a:cubicBezTo>
                  <a:pt x="2136692" y="1082422"/>
                  <a:pt x="2551716" y="1567038"/>
                  <a:pt x="2551716" y="2164843"/>
                </a:cubicBezTo>
                <a:close/>
              </a:path>
            </a:pathLst>
          </a:custGeom>
          <a:solidFill>
            <a:schemeClr val="bg2">
              <a:lumMod val="50000"/>
              <a:lumOff val="50000"/>
              <a:alpha val="40000"/>
            </a:schemeClr>
          </a:soli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Oval 23">
            <a:extLst>
              <a:ext uri="{FF2B5EF4-FFF2-40B4-BE49-F238E27FC236}">
                <a16:creationId xmlns:a16="http://schemas.microsoft.com/office/drawing/2014/main" id="{EC472EFA-56B5-4A41-8D4B-E9F37727F34D}"/>
              </a:ext>
            </a:extLst>
          </p:cNvPr>
          <p:cNvSpPr/>
          <p:nvPr/>
        </p:nvSpPr>
        <p:spPr>
          <a:xfrm rot="13500000" flipV="1">
            <a:off x="1512277" y="2840042"/>
            <a:ext cx="214196" cy="933178"/>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2" name="Oval 41">
            <a:extLst>
              <a:ext uri="{FF2B5EF4-FFF2-40B4-BE49-F238E27FC236}">
                <a16:creationId xmlns:a16="http://schemas.microsoft.com/office/drawing/2014/main" id="{33781B6C-21AD-489D-A3CB-522BB2AC543F}"/>
              </a:ext>
            </a:extLst>
          </p:cNvPr>
          <p:cNvSpPr>
            <a:spLocks noChangeAspect="1"/>
          </p:cNvSpPr>
          <p:nvPr/>
        </p:nvSpPr>
        <p:spPr>
          <a:xfrm>
            <a:off x="1780661" y="385236"/>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51" name="Group 50">
            <a:extLst>
              <a:ext uri="{FF2B5EF4-FFF2-40B4-BE49-F238E27FC236}">
                <a16:creationId xmlns:a16="http://schemas.microsoft.com/office/drawing/2014/main" id="{01AD5B80-530E-44CD-8D4A-2796FB214CBF}"/>
              </a:ext>
            </a:extLst>
          </p:cNvPr>
          <p:cNvGrpSpPr/>
          <p:nvPr/>
        </p:nvGrpSpPr>
        <p:grpSpPr>
          <a:xfrm>
            <a:off x="623181" y="1514007"/>
            <a:ext cx="734257" cy="760506"/>
            <a:chOff x="5243759" y="1363788"/>
            <a:chExt cx="734257" cy="760506"/>
          </a:xfrm>
        </p:grpSpPr>
        <p:sp>
          <p:nvSpPr>
            <p:cNvPr id="52" name="Freeform 5">
              <a:extLst>
                <a:ext uri="{FF2B5EF4-FFF2-40B4-BE49-F238E27FC236}">
                  <a16:creationId xmlns:a16="http://schemas.microsoft.com/office/drawing/2014/main" id="{2F746AA8-9050-4515-9B17-BC8503685299}"/>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3" name="Freeform 6">
              <a:extLst>
                <a:ext uri="{FF2B5EF4-FFF2-40B4-BE49-F238E27FC236}">
                  <a16:creationId xmlns:a16="http://schemas.microsoft.com/office/drawing/2014/main" id="{23EC1AC3-1698-46D5-80B7-F22F15E1A5E4}"/>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4" name="Freeform 8">
              <a:extLst>
                <a:ext uri="{FF2B5EF4-FFF2-40B4-BE49-F238E27FC236}">
                  <a16:creationId xmlns:a16="http://schemas.microsoft.com/office/drawing/2014/main" id="{73766156-553C-46EB-93FA-4F37CC0FF5CF}"/>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val="29051786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lstStyle/>
          <a:p>
            <a:fld id="{9EE9E0E3-ECF6-4CFE-8698-AEFEBCECC3C0}" type="datetime2">
              <a:rPr lang="en-US" smtClean="0"/>
              <a:t>Tuesday, January 6, 2026</a:t>
            </a:fld>
            <a:endParaRPr lang="en-US"/>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lstStyle/>
          <a:p>
            <a:r>
              <a:rPr lang="en-US"/>
              <a:t>Sample Footer</a:t>
            </a:r>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3922576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78B0BE9-88B0-4883-9BA9-CD594C400EC1}"/>
              </a:ext>
            </a:extLst>
          </p:cNvPr>
          <p:cNvGrpSpPr/>
          <p:nvPr/>
        </p:nvGrpSpPr>
        <p:grpSpPr>
          <a:xfrm>
            <a:off x="4949631" y="5111861"/>
            <a:ext cx="1262947" cy="1335600"/>
            <a:chOff x="2678417" y="2427951"/>
            <a:chExt cx="1262947" cy="1335600"/>
          </a:xfrm>
        </p:grpSpPr>
        <p:sp>
          <p:nvSpPr>
            <p:cNvPr id="11" name="Freeform: Shape 10">
              <a:extLst>
                <a:ext uri="{FF2B5EF4-FFF2-40B4-BE49-F238E27FC236}">
                  <a16:creationId xmlns:a16="http://schemas.microsoft.com/office/drawing/2014/main" id="{C59DCBF3-7AFA-4CD1-A918-BC6DDE674E6C}"/>
                </a:ext>
              </a:extLst>
            </p:cNvPr>
            <p:cNvSpPr>
              <a:spLocks noChangeAspect="1"/>
            </p:cNvSpPr>
            <p:nvPr/>
          </p:nvSpPr>
          <p:spPr>
            <a:xfrm rot="2700000">
              <a:off x="2769891" y="2336477"/>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Oval 11">
              <a:extLst>
                <a:ext uri="{FF2B5EF4-FFF2-40B4-BE49-F238E27FC236}">
                  <a16:creationId xmlns:a16="http://schemas.microsoft.com/office/drawing/2014/main" id="{06964A02-96E1-4654-9187-DDDE7409F75B}"/>
                </a:ext>
              </a:extLst>
            </p:cNvPr>
            <p:cNvSpPr/>
            <p:nvPr/>
          </p:nvSpPr>
          <p:spPr>
            <a:xfrm rot="8100000">
              <a:off x="2784291" y="2683551"/>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BF3FF76C-A012-4CDA-8AE7-E9413955716A}"/>
              </a:ext>
            </a:extLst>
          </p:cNvPr>
          <p:cNvSpPr>
            <a:spLocks noGrp="1"/>
          </p:cNvSpPr>
          <p:nvPr>
            <p:ph type="title"/>
          </p:nvPr>
        </p:nvSpPr>
        <p:spPr>
          <a:xfrm>
            <a:off x="550863" y="549275"/>
            <a:ext cx="11090275" cy="984885"/>
          </a:xfrm>
        </p:spPr>
        <p:txBody>
          <a:bodyPr anchor="t">
            <a:normAutofit/>
          </a:bodyPr>
          <a:lstStyle>
            <a:lvl1pPr>
              <a:lnSpc>
                <a:spcPct val="100000"/>
              </a:lnSpc>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11A4C80-DC38-4641-924F-90D6078CF592}"/>
              </a:ext>
            </a:extLst>
          </p:cNvPr>
          <p:cNvSpPr>
            <a:spLocks noGrp="1"/>
          </p:cNvSpPr>
          <p:nvPr>
            <p:ph idx="1"/>
          </p:nvPr>
        </p:nvSpPr>
        <p:spPr>
          <a:xfrm>
            <a:off x="4295775" y="1750060"/>
            <a:ext cx="7345362" cy="4342765"/>
          </a:xfrm>
        </p:spPr>
        <p:txBody>
          <a:bodyPr>
            <a:normAutofit/>
          </a:bodyPr>
          <a:lstStyle>
            <a:lvl1pPr>
              <a:defRPr sz="1600"/>
            </a:lvl1pPr>
            <a:lvl2pPr>
              <a:defRPr sz="16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82C42771-D3A7-4072-85DC-B7C5E530E8AA}"/>
              </a:ext>
            </a:extLst>
          </p:cNvPr>
          <p:cNvSpPr>
            <a:spLocks noGrp="1"/>
          </p:cNvSpPr>
          <p:nvPr>
            <p:ph type="body" sz="half" idx="2"/>
          </p:nvPr>
        </p:nvSpPr>
        <p:spPr>
          <a:xfrm>
            <a:off x="550863" y="1750060"/>
            <a:ext cx="3565525" cy="434276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D47AB1-6EB5-4E2C-B4A7-42DC643E9FF9}"/>
              </a:ext>
            </a:extLst>
          </p:cNvPr>
          <p:cNvSpPr>
            <a:spLocks noGrp="1"/>
          </p:cNvSpPr>
          <p:nvPr>
            <p:ph type="dt" sz="half" idx="10"/>
          </p:nvPr>
        </p:nvSpPr>
        <p:spPr/>
        <p:txBody>
          <a:bodyPr/>
          <a:lstStyle/>
          <a:p>
            <a:fld id="{251462FC-960E-4740-921F-B36862979F21}" type="datetime2">
              <a:rPr lang="en-US" smtClean="0"/>
              <a:t>Tuesday, January 6, 2026</a:t>
            </a:fld>
            <a:endParaRPr lang="en-US"/>
          </a:p>
        </p:txBody>
      </p:sp>
      <p:sp>
        <p:nvSpPr>
          <p:cNvPr id="6" name="Footer Placeholder 5">
            <a:extLst>
              <a:ext uri="{FF2B5EF4-FFF2-40B4-BE49-F238E27FC236}">
                <a16:creationId xmlns:a16="http://schemas.microsoft.com/office/drawing/2014/main" id="{5BA9D15F-B6ED-46E1-9840-0B625880EE4B}"/>
              </a:ext>
            </a:extLst>
          </p:cNvPr>
          <p:cNvSpPr>
            <a:spLocks noGrp="1"/>
          </p:cNvSpPr>
          <p:nvPr>
            <p:ph type="ftr" sz="quarter" idx="11"/>
          </p:nvPr>
        </p:nvSpPr>
        <p:spPr/>
        <p:txBody>
          <a:bodyPr/>
          <a:lstStyle/>
          <a:p>
            <a:r>
              <a:rPr lang="en-US"/>
              <a:t>Sample Footer</a:t>
            </a:r>
          </a:p>
        </p:txBody>
      </p:sp>
      <p:sp>
        <p:nvSpPr>
          <p:cNvPr id="7" name="Slide Number Placeholder 6">
            <a:extLst>
              <a:ext uri="{FF2B5EF4-FFF2-40B4-BE49-F238E27FC236}">
                <a16:creationId xmlns:a16="http://schemas.microsoft.com/office/drawing/2014/main" id="{CDAEB023-7A5E-4087-B75E-A38A80EE5D01}"/>
              </a:ext>
            </a:extLst>
          </p:cNvPr>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14347307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F98F1FBA-F8BB-42CF-8B3E-D19AAFEE96C1}"/>
              </a:ext>
            </a:extLst>
          </p:cNvPr>
          <p:cNvGrpSpPr/>
          <p:nvPr/>
        </p:nvGrpSpPr>
        <p:grpSpPr>
          <a:xfrm>
            <a:off x="334964" y="5115518"/>
            <a:ext cx="734257" cy="760506"/>
            <a:chOff x="5243759" y="1363788"/>
            <a:chExt cx="734257" cy="760506"/>
          </a:xfrm>
        </p:grpSpPr>
        <p:sp>
          <p:nvSpPr>
            <p:cNvPr id="18" name="Freeform 5">
              <a:extLst>
                <a:ext uri="{FF2B5EF4-FFF2-40B4-BE49-F238E27FC236}">
                  <a16:creationId xmlns:a16="http://schemas.microsoft.com/office/drawing/2014/main" id="{60EE09DD-C3DB-4266-BCC3-A765CFFBF379}"/>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Freeform 6">
              <a:extLst>
                <a:ext uri="{FF2B5EF4-FFF2-40B4-BE49-F238E27FC236}">
                  <a16:creationId xmlns:a16="http://schemas.microsoft.com/office/drawing/2014/main" id="{5F301FE0-96DC-4EFB-BBEE-AED762C337C9}"/>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Freeform 8">
              <a:extLst>
                <a:ext uri="{FF2B5EF4-FFF2-40B4-BE49-F238E27FC236}">
                  <a16:creationId xmlns:a16="http://schemas.microsoft.com/office/drawing/2014/main" id="{3BEAD276-8850-4C0C-9777-8537000D522A}"/>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4E5EE0A0-B07E-479B-9684-4BD09FA4376C}"/>
              </a:ext>
            </a:extLst>
          </p:cNvPr>
          <p:cNvSpPr>
            <a:spLocks noGrp="1"/>
          </p:cNvSpPr>
          <p:nvPr>
            <p:ph type="title"/>
          </p:nvPr>
        </p:nvSpPr>
        <p:spPr>
          <a:xfrm>
            <a:off x="550863" y="575409"/>
            <a:ext cx="4500562" cy="984885"/>
          </a:xfrm>
        </p:spPr>
        <p:txBody>
          <a:bodyPr vert="horz" wrap="square" lIns="0" tIns="0" rIns="0" bIns="0" rtlCol="0" anchor="t" anchorCtr="0">
            <a:normAutofit/>
          </a:bodyPr>
          <a:lstStyle>
            <a:lvl1pPr>
              <a:defRPr lang="en-US" sz="3200" dirty="0"/>
            </a:lvl1pPr>
          </a:lstStyle>
          <a:p>
            <a:pPr lvl="0">
              <a:lnSpc>
                <a:spcPct val="100000"/>
              </a:lnSpc>
            </a:pPr>
            <a:r>
              <a:rPr lang="en-US"/>
              <a:t>Click to edit Master title style</a:t>
            </a:r>
            <a:endParaRPr lang="en-US" dirty="0"/>
          </a:p>
        </p:txBody>
      </p:sp>
      <p:sp>
        <p:nvSpPr>
          <p:cNvPr id="3" name="Picture Placeholder 2">
            <a:extLst>
              <a:ext uri="{FF2B5EF4-FFF2-40B4-BE49-F238E27FC236}">
                <a16:creationId xmlns:a16="http://schemas.microsoft.com/office/drawing/2014/main" id="{C11893A9-3462-4F51-83AE-5D2F124B985F}"/>
              </a:ext>
            </a:extLst>
          </p:cNvPr>
          <p:cNvSpPr>
            <a:spLocks noGrp="1"/>
          </p:cNvSpPr>
          <p:nvPr>
            <p:ph type="pic" idx="1"/>
          </p:nvPr>
        </p:nvSpPr>
        <p:spPr>
          <a:xfrm>
            <a:off x="5267324" y="575409"/>
            <a:ext cx="6373813" cy="5733316"/>
          </a:xfrm>
        </p:spPr>
        <p:txBody>
          <a:bodyPr>
            <a:normAutofit/>
          </a:bodyPr>
          <a:lstStyle>
            <a:lvl1pPr marL="0" indent="0">
              <a:buNone/>
              <a:defRPr sz="16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8BA9240C-79C0-4A88-A476-725DE1B9C28F}"/>
              </a:ext>
            </a:extLst>
          </p:cNvPr>
          <p:cNvSpPr>
            <a:spLocks noGrp="1"/>
          </p:cNvSpPr>
          <p:nvPr>
            <p:ph type="body" sz="half" idx="2"/>
          </p:nvPr>
        </p:nvSpPr>
        <p:spPr>
          <a:xfrm>
            <a:off x="550863" y="1776195"/>
            <a:ext cx="4500562" cy="4532530"/>
          </a:xfrm>
        </p:spPr>
        <p:txBody>
          <a:bodyPr anchor="t" anchorCtr="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7D2D6F-49E8-4217-A908-2D9E43583589}"/>
              </a:ext>
            </a:extLst>
          </p:cNvPr>
          <p:cNvSpPr>
            <a:spLocks noGrp="1"/>
          </p:cNvSpPr>
          <p:nvPr>
            <p:ph type="dt" sz="half" idx="10"/>
          </p:nvPr>
        </p:nvSpPr>
        <p:spPr/>
        <p:txBody>
          <a:bodyPr/>
          <a:lstStyle/>
          <a:p>
            <a:fld id="{E50BC9E2-CB44-4C05-9BB5-496C18A241E0}" type="datetime2">
              <a:rPr lang="en-US" smtClean="0"/>
              <a:t>Tuesday, January 6, 2026</a:t>
            </a:fld>
            <a:endParaRPr lang="en-US"/>
          </a:p>
        </p:txBody>
      </p:sp>
      <p:sp>
        <p:nvSpPr>
          <p:cNvPr id="6" name="Footer Placeholder 5">
            <a:extLst>
              <a:ext uri="{FF2B5EF4-FFF2-40B4-BE49-F238E27FC236}">
                <a16:creationId xmlns:a16="http://schemas.microsoft.com/office/drawing/2014/main" id="{591C4440-6B8D-4A24-A807-8B1302A3DFAF}"/>
              </a:ext>
            </a:extLst>
          </p:cNvPr>
          <p:cNvSpPr>
            <a:spLocks noGrp="1"/>
          </p:cNvSpPr>
          <p:nvPr>
            <p:ph type="ftr" sz="quarter" idx="11"/>
          </p:nvPr>
        </p:nvSpPr>
        <p:spPr/>
        <p:txBody>
          <a:bodyPr/>
          <a:lstStyle/>
          <a:p>
            <a:r>
              <a:rPr lang="en-US"/>
              <a:t>Sample Footer</a:t>
            </a:r>
          </a:p>
        </p:txBody>
      </p:sp>
      <p:sp>
        <p:nvSpPr>
          <p:cNvPr id="7" name="Slide Number Placeholder 6">
            <a:extLst>
              <a:ext uri="{FF2B5EF4-FFF2-40B4-BE49-F238E27FC236}">
                <a16:creationId xmlns:a16="http://schemas.microsoft.com/office/drawing/2014/main" id="{76CFE189-E20B-4108-B290-244424336512}"/>
              </a:ext>
            </a:extLst>
          </p:cNvPr>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6264592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79361-B9A1-48F2-9473-23DE30E2D151}"/>
              </a:ext>
            </a:extLst>
          </p:cNvPr>
          <p:cNvSpPr>
            <a:spLocks noGrp="1"/>
          </p:cNvSpPr>
          <p:nvPr>
            <p:ph type="title"/>
          </p:nvPr>
        </p:nvSpPr>
        <p:spPr>
          <a:xfrm>
            <a:off x="550862" y="503906"/>
            <a:ext cx="11090275" cy="1333057"/>
          </a:xfrm>
        </p:spPr>
        <p:txBody>
          <a:bodyPr vert="horz" wrap="square" lIns="0" tIns="0" rIns="0" bIns="0" rtlCol="0" anchor="t" anchorCtr="0">
            <a:normAutofit/>
          </a:bodyPr>
          <a:lstStyle>
            <a:lvl1pPr>
              <a:defRPr lang="en-US" dirty="0"/>
            </a:lvl1pPr>
          </a:lstStyle>
          <a:p>
            <a:pPr lvl="0"/>
            <a:r>
              <a:rPr lang="en-US"/>
              <a:t>Click to edit Master title style</a:t>
            </a:r>
            <a:endParaRPr lang="en-US" dirty="0"/>
          </a:p>
        </p:txBody>
      </p:sp>
      <p:sp>
        <p:nvSpPr>
          <p:cNvPr id="3" name="Vertical Text Placeholder 2">
            <a:extLst>
              <a:ext uri="{FF2B5EF4-FFF2-40B4-BE49-F238E27FC236}">
                <a16:creationId xmlns:a16="http://schemas.microsoft.com/office/drawing/2014/main" id="{FD986779-C2F3-447D-85F7-F6B0E2C97DC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661572-1A59-4E3B-BA65-3329E9468C69}"/>
              </a:ext>
            </a:extLst>
          </p:cNvPr>
          <p:cNvSpPr>
            <a:spLocks noGrp="1"/>
          </p:cNvSpPr>
          <p:nvPr>
            <p:ph type="dt" sz="half" idx="10"/>
          </p:nvPr>
        </p:nvSpPr>
        <p:spPr/>
        <p:txBody>
          <a:bodyPr/>
          <a:lstStyle/>
          <a:p>
            <a:fld id="{EE2EBD84-71F4-4271-8C46-0D47C0A9B12E}" type="datetime2">
              <a:rPr lang="en-US" smtClean="0"/>
              <a:t>Tuesday, January 6, 2026</a:t>
            </a:fld>
            <a:endParaRPr lang="en-US"/>
          </a:p>
        </p:txBody>
      </p:sp>
      <p:sp>
        <p:nvSpPr>
          <p:cNvPr id="5" name="Footer Placeholder 4">
            <a:extLst>
              <a:ext uri="{FF2B5EF4-FFF2-40B4-BE49-F238E27FC236}">
                <a16:creationId xmlns:a16="http://schemas.microsoft.com/office/drawing/2014/main" id="{AFEF84F1-99FE-4F0B-9E76-F581C2C1B6D9}"/>
              </a:ext>
            </a:extLst>
          </p:cNvPr>
          <p:cNvSpPr>
            <a:spLocks noGrp="1"/>
          </p:cNvSpPr>
          <p:nvPr>
            <p:ph type="ftr" sz="quarter" idx="11"/>
          </p:nvPr>
        </p:nvSpPr>
        <p:spPr/>
        <p:txBody>
          <a:bodyPr/>
          <a:lstStyle/>
          <a:p>
            <a:r>
              <a:rPr lang="en-US"/>
              <a:t>Sample Footer</a:t>
            </a:r>
          </a:p>
        </p:txBody>
      </p:sp>
      <p:sp>
        <p:nvSpPr>
          <p:cNvPr id="6" name="Slide Number Placeholder 5">
            <a:extLst>
              <a:ext uri="{FF2B5EF4-FFF2-40B4-BE49-F238E27FC236}">
                <a16:creationId xmlns:a16="http://schemas.microsoft.com/office/drawing/2014/main" id="{97B2D769-16B1-43C4-BF14-3175533511ED}"/>
              </a:ext>
            </a:extLst>
          </p:cNvPr>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24780108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56583A-514F-4632-820D-E7EE236A465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173CBBB-7DDC-4437-8C7D-22A1C35202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C69EBF-DA20-4024-8006-B158D571E08E}"/>
              </a:ext>
            </a:extLst>
          </p:cNvPr>
          <p:cNvSpPr>
            <a:spLocks noGrp="1"/>
          </p:cNvSpPr>
          <p:nvPr>
            <p:ph type="dt" sz="half" idx="10"/>
          </p:nvPr>
        </p:nvSpPr>
        <p:spPr/>
        <p:txBody>
          <a:bodyPr/>
          <a:lstStyle/>
          <a:p>
            <a:fld id="{ABAE0CE1-F450-4107-B2CB-17B18F8A3F4A}" type="datetime2">
              <a:rPr lang="en-US" smtClean="0"/>
              <a:t>Tuesday, January 6, 2026</a:t>
            </a:fld>
            <a:endParaRPr lang="en-US"/>
          </a:p>
        </p:txBody>
      </p:sp>
      <p:sp>
        <p:nvSpPr>
          <p:cNvPr id="5" name="Footer Placeholder 4">
            <a:extLst>
              <a:ext uri="{FF2B5EF4-FFF2-40B4-BE49-F238E27FC236}">
                <a16:creationId xmlns:a16="http://schemas.microsoft.com/office/drawing/2014/main" id="{ADBAC8B9-14B5-4DF1-994D-AB47DB3BA0C5}"/>
              </a:ext>
            </a:extLst>
          </p:cNvPr>
          <p:cNvSpPr>
            <a:spLocks noGrp="1"/>
          </p:cNvSpPr>
          <p:nvPr>
            <p:ph type="ftr" sz="quarter" idx="11"/>
          </p:nvPr>
        </p:nvSpPr>
        <p:spPr/>
        <p:txBody>
          <a:bodyPr/>
          <a:lstStyle/>
          <a:p>
            <a:r>
              <a:rPr lang="en-US"/>
              <a:t>Sample Footer</a:t>
            </a:r>
          </a:p>
        </p:txBody>
      </p:sp>
      <p:sp>
        <p:nvSpPr>
          <p:cNvPr id="6" name="Slide Number Placeholder 5">
            <a:extLst>
              <a:ext uri="{FF2B5EF4-FFF2-40B4-BE49-F238E27FC236}">
                <a16:creationId xmlns:a16="http://schemas.microsoft.com/office/drawing/2014/main" id="{C7876582-5F9B-4F5E-AAD5-D608CB68EA3D}"/>
              </a:ext>
            </a:extLst>
          </p:cNvPr>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12069990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028302-E866-455D-8898-53623027543F}"/>
              </a:ext>
            </a:extLst>
          </p:cNvPr>
          <p:cNvSpPr>
            <a:spLocks noGrp="1"/>
          </p:cNvSpPr>
          <p:nvPr>
            <p:ph type="title"/>
          </p:nvPr>
        </p:nvSpPr>
        <p:spPr>
          <a:xfrm>
            <a:off x="550863" y="550800"/>
            <a:ext cx="11090275" cy="1333057"/>
          </a:xfrm>
          <a:prstGeom prst="rect">
            <a:avLst/>
          </a:prstGeom>
        </p:spPr>
        <p:txBody>
          <a:bodyPr vert="horz" wrap="square" lIns="0" tIns="0" rIns="0" bIns="0" rtlCol="0" anchor="t" anchorCtr="0">
            <a:normAutofit/>
          </a:bodyPr>
          <a:lstStyle/>
          <a:p>
            <a:pPr lvl="0">
              <a:lnSpc>
                <a:spcPct val="100000"/>
              </a:lnSpc>
            </a:pPr>
            <a:r>
              <a:rPr lang="en-US"/>
              <a:t>Click to edit Master title style</a:t>
            </a:r>
            <a:endParaRPr lang="en-US" dirty="0"/>
          </a:p>
        </p:txBody>
      </p:sp>
      <p:sp>
        <p:nvSpPr>
          <p:cNvPr id="3" name="Text Placeholder 2">
            <a:extLst>
              <a:ext uri="{FF2B5EF4-FFF2-40B4-BE49-F238E27FC236}">
                <a16:creationId xmlns:a16="http://schemas.microsoft.com/office/drawing/2014/main" id="{BC94E72B-F0CF-4BC4-B509-A1C4508BE435}"/>
              </a:ext>
            </a:extLst>
          </p:cNvPr>
          <p:cNvSpPr>
            <a:spLocks noGrp="1"/>
          </p:cNvSpPr>
          <p:nvPr>
            <p:ph type="body" idx="1"/>
          </p:nvPr>
        </p:nvSpPr>
        <p:spPr>
          <a:xfrm>
            <a:off x="550863" y="2113862"/>
            <a:ext cx="11091600" cy="3978963"/>
          </a:xfrm>
          <a:prstGeom prst="rect">
            <a:avLst/>
          </a:prstGeom>
        </p:spPr>
        <p:txBody>
          <a:bodyPr vert="horz" wrap="square"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4ACE49D-C22F-4540-AC09-E421D2A2EDBE}"/>
              </a:ext>
            </a:extLst>
          </p:cNvPr>
          <p:cNvSpPr>
            <a:spLocks noGrp="1"/>
          </p:cNvSpPr>
          <p:nvPr>
            <p:ph type="dt" sz="half" idx="2"/>
          </p:nvPr>
        </p:nvSpPr>
        <p:spPr>
          <a:xfrm>
            <a:off x="550863" y="6507212"/>
            <a:ext cx="2628900" cy="153888"/>
          </a:xfrm>
          <a:prstGeom prst="rect">
            <a:avLst/>
          </a:prstGeom>
        </p:spPr>
        <p:txBody>
          <a:bodyPr vert="horz" wrap="square" lIns="0" tIns="0" rIns="0" bIns="0" rtlCol="0" anchor="ctr">
            <a:spAutoFit/>
          </a:bodyPr>
          <a:lstStyle>
            <a:lvl1pPr algn="l">
              <a:defRPr sz="900">
                <a:solidFill>
                  <a:schemeClr val="tx1">
                    <a:alpha val="80000"/>
                  </a:schemeClr>
                </a:solidFill>
              </a:defRPr>
            </a:lvl1pPr>
          </a:lstStyle>
          <a:p>
            <a:fld id="{246CB39B-5F4C-4A7E-9BE3-AAFD45576D16}" type="datetime2">
              <a:rPr lang="en-US" smtClean="0"/>
              <a:t>Tuesday, January 6, 2026</a:t>
            </a:fld>
            <a:endParaRPr lang="en-US" dirty="0"/>
          </a:p>
        </p:txBody>
      </p:sp>
      <p:sp>
        <p:nvSpPr>
          <p:cNvPr id="5" name="Footer Placeholder 4">
            <a:extLst>
              <a:ext uri="{FF2B5EF4-FFF2-40B4-BE49-F238E27FC236}">
                <a16:creationId xmlns:a16="http://schemas.microsoft.com/office/drawing/2014/main" id="{ACD5C3BE-317E-49E8-82B5-C8A7EC9C8A7E}"/>
              </a:ext>
            </a:extLst>
          </p:cNvPr>
          <p:cNvSpPr>
            <a:spLocks noGrp="1"/>
          </p:cNvSpPr>
          <p:nvPr>
            <p:ph type="ftr" sz="quarter" idx="3"/>
          </p:nvPr>
        </p:nvSpPr>
        <p:spPr>
          <a:xfrm>
            <a:off x="3359150" y="6507212"/>
            <a:ext cx="6379210" cy="153888"/>
          </a:xfrm>
          <a:prstGeom prst="rect">
            <a:avLst/>
          </a:prstGeom>
        </p:spPr>
        <p:txBody>
          <a:bodyPr vert="horz" wrap="square" lIns="0" tIns="0" rIns="0" bIns="0" rtlCol="0" anchor="ctr">
            <a:spAutoFit/>
          </a:bodyPr>
          <a:lstStyle>
            <a:lvl1pPr algn="l">
              <a:defRPr sz="900">
                <a:solidFill>
                  <a:schemeClr val="tx1">
                    <a:alpha val="80000"/>
                  </a:schemeClr>
                </a:solidFill>
              </a:defRPr>
            </a:lvl1pPr>
          </a:lstStyle>
          <a:p>
            <a:r>
              <a:rPr lang="en-US"/>
              <a:t>Sample Footer</a:t>
            </a:r>
            <a:endParaRPr lang="en-US" dirty="0"/>
          </a:p>
        </p:txBody>
      </p:sp>
      <p:sp>
        <p:nvSpPr>
          <p:cNvPr id="6" name="Slide Number Placeholder 5">
            <a:extLst>
              <a:ext uri="{FF2B5EF4-FFF2-40B4-BE49-F238E27FC236}">
                <a16:creationId xmlns:a16="http://schemas.microsoft.com/office/drawing/2014/main" id="{45574E12-6C16-431F-B2CE-E4B15916BA05}"/>
              </a:ext>
            </a:extLst>
          </p:cNvPr>
          <p:cNvSpPr>
            <a:spLocks noGrp="1"/>
          </p:cNvSpPr>
          <p:nvPr>
            <p:ph type="sldNum" sz="quarter" idx="4"/>
          </p:nvPr>
        </p:nvSpPr>
        <p:spPr>
          <a:xfrm>
            <a:off x="9948863" y="6507212"/>
            <a:ext cx="1692274" cy="153888"/>
          </a:xfrm>
          <a:prstGeom prst="rect">
            <a:avLst/>
          </a:prstGeom>
        </p:spPr>
        <p:txBody>
          <a:bodyPr vert="horz" wrap="square" lIns="0" tIns="0" rIns="0" bIns="0" rtlCol="0" anchor="ctr">
            <a:spAutoFit/>
          </a:bodyPr>
          <a:lstStyle>
            <a:lvl1pPr algn="r">
              <a:defRPr sz="900">
                <a:solidFill>
                  <a:schemeClr val="tx1">
                    <a:alpha val="80000"/>
                  </a:schemeClr>
                </a:solidFill>
              </a:defRPr>
            </a:lvl1pPr>
          </a:lstStyle>
          <a:p>
            <a:fld id="{DBA1B0FB-D917-4C8C-928F-313BD683BF39}" type="slidenum">
              <a:rPr lang="en-US" smtClean="0"/>
              <a:pPr/>
              <a:t>‹#›</a:t>
            </a:fld>
            <a:endParaRPr lang="en-US"/>
          </a:p>
        </p:txBody>
      </p:sp>
    </p:spTree>
    <p:extLst>
      <p:ext uri="{BB962C8B-B14F-4D97-AF65-F5344CB8AC3E}">
        <p14:creationId xmlns:p14="http://schemas.microsoft.com/office/powerpoint/2010/main" val="2361867607"/>
      </p:ext>
    </p:extLst>
  </p:cSld>
  <p:clrMap bg1="dk1" tx1="lt1" bg2="dk2" tx2="lt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Lst>
  <p:hf sldNum="0" hdr="0" ftr="0" dt="0"/>
  <p:txStyles>
    <p:titleStyle>
      <a:lvl1pPr algn="l" defTabSz="914400" rtl="0" eaLnBrk="1" latinLnBrk="0" hangingPunct="1">
        <a:lnSpc>
          <a:spcPct val="100000"/>
        </a:lnSpc>
        <a:spcBef>
          <a:spcPct val="0"/>
        </a:spcBef>
        <a:buNone/>
        <a:defRPr lang="en-US" sz="4800" kern="1200" dirty="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0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DB043B4-68C6-45B9-82AC-A5800EADB8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84BAF0-35BE-3970-ACC2-D731759FADAA}"/>
              </a:ext>
            </a:extLst>
          </p:cNvPr>
          <p:cNvSpPr>
            <a:spLocks noGrp="1"/>
          </p:cNvSpPr>
          <p:nvPr>
            <p:ph type="ctrTitle"/>
          </p:nvPr>
        </p:nvSpPr>
        <p:spPr>
          <a:xfrm>
            <a:off x="550863" y="1051551"/>
            <a:ext cx="3930355" cy="2377449"/>
          </a:xfrm>
        </p:spPr>
        <p:txBody>
          <a:bodyPr anchor="b">
            <a:normAutofit/>
          </a:bodyPr>
          <a:lstStyle/>
          <a:p>
            <a:r>
              <a:rPr lang="en-US" sz="4800" dirty="0"/>
              <a:t>CREDIT CARD</a:t>
            </a:r>
            <a:endParaRPr lang="en-IN" sz="4800" dirty="0"/>
          </a:p>
        </p:txBody>
      </p:sp>
      <p:sp>
        <p:nvSpPr>
          <p:cNvPr id="3" name="Subtitle 2">
            <a:extLst>
              <a:ext uri="{FF2B5EF4-FFF2-40B4-BE49-F238E27FC236}">
                <a16:creationId xmlns:a16="http://schemas.microsoft.com/office/drawing/2014/main" id="{79FCA6E3-7FE3-F8F1-5CFD-C1D5299FF797}"/>
              </a:ext>
            </a:extLst>
          </p:cNvPr>
          <p:cNvSpPr>
            <a:spLocks noGrp="1"/>
          </p:cNvSpPr>
          <p:nvPr>
            <p:ph type="subTitle" idx="1"/>
          </p:nvPr>
        </p:nvSpPr>
        <p:spPr>
          <a:xfrm>
            <a:off x="550863" y="3569008"/>
            <a:ext cx="3565525" cy="565309"/>
          </a:xfrm>
        </p:spPr>
        <p:txBody>
          <a:bodyPr>
            <a:normAutofit/>
          </a:bodyPr>
          <a:lstStyle/>
          <a:p>
            <a:r>
              <a:rPr lang="en-US" sz="2000" dirty="0"/>
              <a:t>WEEKLY STATUS REPORT </a:t>
            </a:r>
            <a:endParaRPr lang="en-IN" sz="2000" dirty="0">
              <a:solidFill>
                <a:schemeClr val="tx1">
                  <a:alpha val="60000"/>
                </a:schemeClr>
              </a:solidFill>
            </a:endParaRPr>
          </a:p>
        </p:txBody>
      </p:sp>
      <p:grpSp>
        <p:nvGrpSpPr>
          <p:cNvPr id="11" name="Group 10">
            <a:extLst>
              <a:ext uri="{FF2B5EF4-FFF2-40B4-BE49-F238E27FC236}">
                <a16:creationId xmlns:a16="http://schemas.microsoft.com/office/drawing/2014/main" id="{4592A8CB-0B0A-43A5-86F4-712B0C4696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41850" y="444676"/>
            <a:ext cx="667802" cy="631474"/>
            <a:chOff x="10478914" y="1506691"/>
            <a:chExt cx="667802" cy="631474"/>
          </a:xfrm>
        </p:grpSpPr>
        <p:sp>
          <p:nvSpPr>
            <p:cNvPr id="12" name="Freeform: Shape 11">
              <a:extLst>
                <a:ext uri="{FF2B5EF4-FFF2-40B4-BE49-F238E27FC236}">
                  <a16:creationId xmlns:a16="http://schemas.microsoft.com/office/drawing/2014/main" id="{4C63B2AC-3D19-416D-A37F-2DDA8A36513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8100000">
              <a:off x="10606715" y="1506691"/>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3" name="Oval 12">
              <a:extLst>
                <a:ext uri="{FF2B5EF4-FFF2-40B4-BE49-F238E27FC236}">
                  <a16:creationId xmlns:a16="http://schemas.microsoft.com/office/drawing/2014/main" id="{8A474391-1271-45F9-A39C-8641371ABC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10613915" y="1424627"/>
              <a:ext cx="270000" cy="540001"/>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pic>
        <p:nvPicPr>
          <p:cNvPr id="4" name="Picture 3" descr="Colorful liquid art">
            <a:extLst>
              <a:ext uri="{FF2B5EF4-FFF2-40B4-BE49-F238E27FC236}">
                <a16:creationId xmlns:a16="http://schemas.microsoft.com/office/drawing/2014/main" id="{0C801A61-31EC-E805-14AE-F887193DE1BD}"/>
              </a:ext>
            </a:extLst>
          </p:cNvPr>
          <p:cNvPicPr>
            <a:picLocks noChangeAspect="1"/>
          </p:cNvPicPr>
          <p:nvPr/>
        </p:nvPicPr>
        <p:blipFill>
          <a:blip r:embed="rId2"/>
          <a:srcRect l="10061" r="13912" b="1"/>
          <a:stretch>
            <a:fillRect/>
          </a:stretch>
        </p:blipFill>
        <p:spPr>
          <a:xfrm>
            <a:off x="4743450" y="10"/>
            <a:ext cx="7448551" cy="6857990"/>
          </a:xfrm>
          <a:custGeom>
            <a:avLst/>
            <a:gdLst/>
            <a:ahLst/>
            <a:cxnLst/>
            <a:rect l="l" t="t" r="r" b="b"/>
            <a:pathLst>
              <a:path w="7448551" h="6858000">
                <a:moveTo>
                  <a:pt x="0" y="0"/>
                </a:moveTo>
                <a:lnTo>
                  <a:pt x="7448551" y="0"/>
                </a:lnTo>
                <a:lnTo>
                  <a:pt x="7448551" y="6858000"/>
                </a:lnTo>
                <a:lnTo>
                  <a:pt x="0" y="6858000"/>
                </a:lnTo>
                <a:close/>
              </a:path>
            </a:pathLst>
          </a:custGeom>
        </p:spPr>
      </p:pic>
      <p:sp>
        <p:nvSpPr>
          <p:cNvPr id="15" name="Rectangle 14">
            <a:extLst>
              <a:ext uri="{FF2B5EF4-FFF2-40B4-BE49-F238E27FC236}">
                <a16:creationId xmlns:a16="http://schemas.microsoft.com/office/drawing/2014/main" id="{41AC6C06-99FE-4BA1-BC82-8406A424CD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773729"/>
            <a:ext cx="12192000" cy="1084271"/>
          </a:xfrm>
          <a:prstGeom prst="rect">
            <a:avLst/>
          </a:prstGeom>
          <a:gradFill flip="none" rotWithShape="1">
            <a:gsLst>
              <a:gs pos="90000">
                <a:schemeClr val="bg2">
                  <a:alpha val="60000"/>
                </a:schemeClr>
              </a:gs>
              <a:gs pos="28000">
                <a:schemeClr val="bg2">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7AEC842D-C905-4DEA-B1C3-CA51995C5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21219" y="5433223"/>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2225921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C45D3-C94C-FC53-8B60-CB1DDEBAFBE1}"/>
              </a:ext>
            </a:extLst>
          </p:cNvPr>
          <p:cNvSpPr>
            <a:spLocks noGrp="1"/>
          </p:cNvSpPr>
          <p:nvPr>
            <p:ph type="title"/>
          </p:nvPr>
        </p:nvSpPr>
        <p:spPr/>
        <p:txBody>
          <a:bodyPr>
            <a:normAutofit fontScale="90000"/>
          </a:bodyPr>
          <a:lstStyle/>
          <a:p>
            <a:r>
              <a:rPr lang="en-US" dirty="0"/>
              <a:t>Project Objective:</a:t>
            </a:r>
            <a:br>
              <a:rPr lang="en-US" dirty="0"/>
            </a:br>
            <a:endParaRPr lang="en-IN" dirty="0"/>
          </a:p>
        </p:txBody>
      </p:sp>
      <p:sp>
        <p:nvSpPr>
          <p:cNvPr id="5" name="Content Placeholder 4">
            <a:extLst>
              <a:ext uri="{FF2B5EF4-FFF2-40B4-BE49-F238E27FC236}">
                <a16:creationId xmlns:a16="http://schemas.microsoft.com/office/drawing/2014/main" id="{82663A47-768B-80B4-FEF5-F4DE3C707D84}"/>
              </a:ext>
            </a:extLst>
          </p:cNvPr>
          <p:cNvSpPr>
            <a:spLocks noGrp="1"/>
          </p:cNvSpPr>
          <p:nvPr>
            <p:ph idx="1"/>
          </p:nvPr>
        </p:nvSpPr>
        <p:spPr>
          <a:xfrm>
            <a:off x="0" y="2113199"/>
            <a:ext cx="12192000" cy="3979625"/>
          </a:xfrm>
        </p:spPr>
        <p:txBody>
          <a:bodyPr/>
          <a:lstStyle/>
          <a:p>
            <a:r>
              <a:rPr lang="en-US" dirty="0"/>
              <a:t>To build a weekly credit card analytics dashboard that tracks key performance metrics and emerging trends in real time, enabling stakeholders to evaluate operational performance efficiently. </a:t>
            </a:r>
          </a:p>
          <a:p>
            <a:endParaRPr lang="en-US" dirty="0"/>
          </a:p>
          <a:p>
            <a:pPr marL="0" indent="0">
              <a:lnSpc>
                <a:spcPct val="100000"/>
              </a:lnSpc>
              <a:buNone/>
            </a:pPr>
            <a:r>
              <a:rPr lang="en-US" dirty="0"/>
              <a:t>Project Overviews:</a:t>
            </a:r>
          </a:p>
          <a:p>
            <a:pPr>
              <a:lnSpc>
                <a:spcPct val="100000"/>
              </a:lnSpc>
            </a:pPr>
            <a:r>
              <a:rPr lang="en-US" dirty="0"/>
              <a:t>This report presents a Power BI based analysis of credit card weekly performance. The dashboard consolidates transactional and customer level data to provide actionable insights into revenue, customer behavior, and operational trends.</a:t>
            </a:r>
          </a:p>
          <a:p>
            <a:endParaRPr lang="en-IN" dirty="0"/>
          </a:p>
        </p:txBody>
      </p:sp>
    </p:spTree>
    <p:extLst>
      <p:ext uri="{BB962C8B-B14F-4D97-AF65-F5344CB8AC3E}">
        <p14:creationId xmlns:p14="http://schemas.microsoft.com/office/powerpoint/2010/main" val="19654997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8AD7B3-0F15-87DF-A24D-0F2829039ADF}"/>
              </a:ext>
            </a:extLst>
          </p:cNvPr>
          <p:cNvSpPr>
            <a:spLocks noGrp="1"/>
          </p:cNvSpPr>
          <p:nvPr>
            <p:ph idx="1"/>
          </p:nvPr>
        </p:nvSpPr>
        <p:spPr>
          <a:xfrm>
            <a:off x="0" y="374904"/>
            <a:ext cx="12192000" cy="6483095"/>
          </a:xfrm>
        </p:spPr>
        <p:txBody>
          <a:bodyPr>
            <a:normAutofit/>
          </a:bodyPr>
          <a:lstStyle/>
          <a:p>
            <a:r>
              <a:rPr lang="en-US" sz="1400" dirty="0"/>
              <a:t>Problem Statement</a:t>
            </a:r>
          </a:p>
          <a:p>
            <a:pPr marL="0" indent="0">
              <a:buNone/>
            </a:pPr>
            <a:r>
              <a:rPr lang="en-US" sz="1400" dirty="0"/>
              <a:t>Credit card operations generate large volumes of data on a weekly basis. Without a centralized analytical view, it becomes difficult for stakeholders to track performance, identify trends, and take timely decisions. This project addresses the need for a structured and visual analytics solution.</a:t>
            </a:r>
          </a:p>
          <a:p>
            <a:pPr marL="0" indent="0">
              <a:buNone/>
            </a:pPr>
            <a:endParaRPr lang="en-US" sz="1400" dirty="0"/>
          </a:p>
          <a:p>
            <a:pPr marL="0" indent="0">
              <a:buNone/>
            </a:pPr>
            <a:r>
              <a:rPr lang="en-US" sz="1400" dirty="0"/>
              <a:t>Data Description / Data Source(</a:t>
            </a:r>
            <a:r>
              <a:rPr lang="en-US" sz="1400" dirty="0" err="1"/>
              <a:t>mysql</a:t>
            </a:r>
            <a:r>
              <a:rPr lang="en-US" sz="1400" dirty="0"/>
              <a:t> database)</a:t>
            </a:r>
          </a:p>
          <a:p>
            <a:pPr marL="0" indent="0">
              <a:buNone/>
            </a:pPr>
            <a:r>
              <a:rPr lang="en-US" sz="1400" dirty="0"/>
              <a:t>The dataset used in this project includes credit card customer and transaction data with attributes such as card category, annual fees, activation status, acquisition cost, and weekly time periods. The data was cleaned, transformed, and modeled in Power BI for analysis.</a:t>
            </a:r>
          </a:p>
          <a:p>
            <a:pPr marL="0" indent="0">
              <a:lnSpc>
                <a:spcPct val="120000"/>
              </a:lnSpc>
              <a:buNone/>
            </a:pPr>
            <a:r>
              <a:rPr lang="en-US" sz="1400" dirty="0"/>
              <a:t>Key Performance Indicators (KPIs)</a:t>
            </a:r>
          </a:p>
          <a:p>
            <a:pPr lvl="1">
              <a:lnSpc>
                <a:spcPct val="120000"/>
              </a:lnSpc>
            </a:pPr>
            <a:r>
              <a:rPr lang="en-US" dirty="0"/>
              <a:t> The dashboard highlights key performance indicators such as:</a:t>
            </a:r>
          </a:p>
          <a:p>
            <a:pPr lvl="1">
              <a:lnSpc>
                <a:spcPct val="120000"/>
              </a:lnSpc>
            </a:pPr>
            <a:r>
              <a:rPr lang="en-US" dirty="0"/>
              <a:t>Total Interest</a:t>
            </a:r>
          </a:p>
          <a:p>
            <a:pPr lvl="1">
              <a:lnSpc>
                <a:spcPct val="120000"/>
              </a:lnSpc>
            </a:pPr>
            <a:r>
              <a:rPr lang="en-US" dirty="0"/>
              <a:t>Total Transactions amount</a:t>
            </a:r>
          </a:p>
          <a:p>
            <a:pPr lvl="1">
              <a:lnSpc>
                <a:spcPct val="120000"/>
              </a:lnSpc>
            </a:pPr>
            <a:r>
              <a:rPr lang="en-US" dirty="0"/>
              <a:t>Total Transactions Count</a:t>
            </a:r>
          </a:p>
          <a:p>
            <a:pPr lvl="1">
              <a:lnSpc>
                <a:spcPct val="120000"/>
              </a:lnSpc>
            </a:pPr>
            <a:r>
              <a:rPr lang="en-US" dirty="0"/>
              <a:t>Total Revenue</a:t>
            </a:r>
          </a:p>
          <a:p>
            <a:pPr lvl="1">
              <a:lnSpc>
                <a:spcPct val="120000"/>
              </a:lnSpc>
            </a:pPr>
            <a:r>
              <a:rPr lang="en-US" dirty="0"/>
              <a:t>Avg </a:t>
            </a:r>
            <a:r>
              <a:rPr lang="en-US" dirty="0" err="1"/>
              <a:t>Css</a:t>
            </a:r>
            <a:endParaRPr lang="en-US" dirty="0"/>
          </a:p>
          <a:p>
            <a:endParaRPr lang="en-US" sz="1400" dirty="0"/>
          </a:p>
          <a:p>
            <a:endParaRPr lang="en-US" sz="1400" dirty="0"/>
          </a:p>
          <a:p>
            <a:endParaRPr lang="en-US" sz="1400" dirty="0"/>
          </a:p>
          <a:p>
            <a:endParaRPr lang="en-US" sz="1400" dirty="0"/>
          </a:p>
          <a:p>
            <a:endParaRPr lang="en-US" sz="1400" dirty="0"/>
          </a:p>
          <a:p>
            <a:endParaRPr lang="en-IN" sz="1400" dirty="0"/>
          </a:p>
          <a:p>
            <a:endParaRPr lang="en-IN" sz="1400" dirty="0"/>
          </a:p>
        </p:txBody>
      </p:sp>
    </p:spTree>
    <p:extLst>
      <p:ext uri="{BB962C8B-B14F-4D97-AF65-F5344CB8AC3E}">
        <p14:creationId xmlns:p14="http://schemas.microsoft.com/office/powerpoint/2010/main" val="29264829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CD2FD-7CBC-630F-D9F0-CC519D935237}"/>
              </a:ext>
            </a:extLst>
          </p:cNvPr>
          <p:cNvSpPr>
            <a:spLocks noGrp="1"/>
          </p:cNvSpPr>
          <p:nvPr>
            <p:ph type="title"/>
          </p:nvPr>
        </p:nvSpPr>
        <p:spPr/>
        <p:txBody>
          <a:bodyPr/>
          <a:lstStyle/>
          <a:p>
            <a:r>
              <a:rPr lang="en-IN" dirty="0"/>
              <a:t>DAX QUERIES</a:t>
            </a:r>
          </a:p>
        </p:txBody>
      </p:sp>
      <p:sp>
        <p:nvSpPr>
          <p:cNvPr id="3" name="Content Placeholder 2">
            <a:extLst>
              <a:ext uri="{FF2B5EF4-FFF2-40B4-BE49-F238E27FC236}">
                <a16:creationId xmlns:a16="http://schemas.microsoft.com/office/drawing/2014/main" id="{01A49A67-8D27-363D-DF61-9AE2672FFC0D}"/>
              </a:ext>
            </a:extLst>
          </p:cNvPr>
          <p:cNvSpPr>
            <a:spLocks noGrp="1"/>
          </p:cNvSpPr>
          <p:nvPr>
            <p:ph idx="1"/>
          </p:nvPr>
        </p:nvSpPr>
        <p:spPr>
          <a:xfrm>
            <a:off x="550863" y="2113199"/>
            <a:ext cx="11090274" cy="4086433"/>
          </a:xfrm>
        </p:spPr>
        <p:txBody>
          <a:bodyPr>
            <a:normAutofit fontScale="70000" lnSpcReduction="20000"/>
          </a:bodyPr>
          <a:lstStyle/>
          <a:p>
            <a:pPr marL="0" indent="0">
              <a:lnSpc>
                <a:spcPct val="120000"/>
              </a:lnSpc>
              <a:buNone/>
            </a:pPr>
            <a:r>
              <a:rPr lang="en-IN" dirty="0"/>
              <a:t>Age </a:t>
            </a:r>
            <a:r>
              <a:rPr lang="en-IN" dirty="0" err="1"/>
              <a:t>Grooup</a:t>
            </a:r>
            <a:r>
              <a:rPr lang="en-IN" dirty="0"/>
              <a:t> = SWITCH(</a:t>
            </a:r>
          </a:p>
          <a:p>
            <a:pPr marL="0" indent="0">
              <a:lnSpc>
                <a:spcPct val="120000"/>
              </a:lnSpc>
              <a:buNone/>
            </a:pPr>
            <a:r>
              <a:rPr lang="en-IN" dirty="0"/>
              <a:t>    TRUE(),</a:t>
            </a:r>
          </a:p>
          <a:p>
            <a:pPr marL="0" indent="0">
              <a:lnSpc>
                <a:spcPct val="120000"/>
              </a:lnSpc>
              <a:buNone/>
            </a:pPr>
            <a:r>
              <a:rPr lang="en-IN" dirty="0"/>
              <a:t>    '</a:t>
            </a:r>
            <a:r>
              <a:rPr lang="en-IN" dirty="0" err="1"/>
              <a:t>cc_db</a:t>
            </a:r>
            <a:r>
              <a:rPr lang="en-IN" dirty="0"/>
              <a:t> </a:t>
            </a:r>
            <a:r>
              <a:rPr lang="en-IN" dirty="0" err="1"/>
              <a:t>cust_detail</a:t>
            </a:r>
            <a:r>
              <a:rPr lang="en-IN" dirty="0"/>
              <a:t>'[</a:t>
            </a:r>
            <a:r>
              <a:rPr lang="en-IN" dirty="0" err="1"/>
              <a:t>Customer_Age</a:t>
            </a:r>
            <a:r>
              <a:rPr lang="en-IN" dirty="0"/>
              <a:t>]&lt;30,"20-30",</a:t>
            </a:r>
          </a:p>
          <a:p>
            <a:pPr marL="0" indent="0">
              <a:lnSpc>
                <a:spcPct val="120000"/>
              </a:lnSpc>
              <a:buNone/>
            </a:pPr>
            <a:r>
              <a:rPr lang="en-IN" dirty="0"/>
              <a:t>    '</a:t>
            </a:r>
            <a:r>
              <a:rPr lang="en-IN" dirty="0" err="1"/>
              <a:t>cc_db</a:t>
            </a:r>
            <a:r>
              <a:rPr lang="en-IN" dirty="0"/>
              <a:t> </a:t>
            </a:r>
            <a:r>
              <a:rPr lang="en-IN" dirty="0" err="1"/>
              <a:t>cust_detail</a:t>
            </a:r>
            <a:r>
              <a:rPr lang="en-IN" dirty="0"/>
              <a:t>'[</a:t>
            </a:r>
            <a:r>
              <a:rPr lang="en-IN" dirty="0" err="1"/>
              <a:t>Customer_Age</a:t>
            </a:r>
            <a:r>
              <a:rPr lang="en-IN" dirty="0"/>
              <a:t>]&gt;=30 &amp;&amp; '</a:t>
            </a:r>
            <a:r>
              <a:rPr lang="en-IN" dirty="0" err="1"/>
              <a:t>cc_db</a:t>
            </a:r>
            <a:r>
              <a:rPr lang="en-IN" dirty="0"/>
              <a:t> </a:t>
            </a:r>
            <a:r>
              <a:rPr lang="en-IN" dirty="0" err="1"/>
              <a:t>cust_detail</a:t>
            </a:r>
            <a:r>
              <a:rPr lang="en-IN" dirty="0"/>
              <a:t>'[</a:t>
            </a:r>
            <a:r>
              <a:rPr lang="en-IN" dirty="0" err="1"/>
              <a:t>Customer_Age</a:t>
            </a:r>
            <a:r>
              <a:rPr lang="en-IN" dirty="0"/>
              <a:t>]&lt;40,"30-40",</a:t>
            </a:r>
          </a:p>
          <a:p>
            <a:pPr marL="0" indent="0">
              <a:lnSpc>
                <a:spcPct val="120000"/>
              </a:lnSpc>
              <a:buNone/>
            </a:pPr>
            <a:r>
              <a:rPr lang="en-IN" dirty="0"/>
              <a:t>    '</a:t>
            </a:r>
            <a:r>
              <a:rPr lang="en-IN" dirty="0" err="1"/>
              <a:t>cc_db</a:t>
            </a:r>
            <a:r>
              <a:rPr lang="en-IN" dirty="0"/>
              <a:t> </a:t>
            </a:r>
            <a:r>
              <a:rPr lang="en-IN" dirty="0" err="1"/>
              <a:t>cust_detail</a:t>
            </a:r>
            <a:r>
              <a:rPr lang="en-IN" dirty="0"/>
              <a:t>'[</a:t>
            </a:r>
            <a:r>
              <a:rPr lang="en-IN" dirty="0" err="1"/>
              <a:t>Customer_Age</a:t>
            </a:r>
            <a:r>
              <a:rPr lang="en-IN" dirty="0"/>
              <a:t>]&gt;=40 &amp;&amp; '</a:t>
            </a:r>
            <a:r>
              <a:rPr lang="en-IN" dirty="0" err="1"/>
              <a:t>cc_db</a:t>
            </a:r>
            <a:r>
              <a:rPr lang="en-IN" dirty="0"/>
              <a:t> </a:t>
            </a:r>
            <a:r>
              <a:rPr lang="en-IN" dirty="0" err="1"/>
              <a:t>cust_detail</a:t>
            </a:r>
            <a:r>
              <a:rPr lang="en-IN" dirty="0"/>
              <a:t>'[</a:t>
            </a:r>
            <a:r>
              <a:rPr lang="en-IN" dirty="0" err="1"/>
              <a:t>Customer_Age</a:t>
            </a:r>
            <a:r>
              <a:rPr lang="en-IN" dirty="0"/>
              <a:t>]&lt;50,"40-50",</a:t>
            </a:r>
          </a:p>
          <a:p>
            <a:pPr marL="0" indent="0">
              <a:lnSpc>
                <a:spcPct val="120000"/>
              </a:lnSpc>
              <a:buNone/>
            </a:pPr>
            <a:r>
              <a:rPr lang="en-IN" dirty="0"/>
              <a:t>    '</a:t>
            </a:r>
            <a:r>
              <a:rPr lang="en-IN" dirty="0" err="1"/>
              <a:t>cc_db</a:t>
            </a:r>
            <a:r>
              <a:rPr lang="en-IN" dirty="0"/>
              <a:t> </a:t>
            </a:r>
            <a:r>
              <a:rPr lang="en-IN" dirty="0" err="1"/>
              <a:t>cust_detail</a:t>
            </a:r>
            <a:r>
              <a:rPr lang="en-IN" dirty="0"/>
              <a:t>'[</a:t>
            </a:r>
            <a:r>
              <a:rPr lang="en-IN" dirty="0" err="1"/>
              <a:t>Customer_Age</a:t>
            </a:r>
            <a:r>
              <a:rPr lang="en-IN" dirty="0"/>
              <a:t>]&gt;=50 &amp;&amp; '</a:t>
            </a:r>
            <a:r>
              <a:rPr lang="en-IN" dirty="0" err="1"/>
              <a:t>cc_db</a:t>
            </a:r>
            <a:r>
              <a:rPr lang="en-IN" dirty="0"/>
              <a:t> </a:t>
            </a:r>
            <a:r>
              <a:rPr lang="en-IN" dirty="0" err="1"/>
              <a:t>cust_detail</a:t>
            </a:r>
            <a:r>
              <a:rPr lang="en-IN" dirty="0"/>
              <a:t>'[</a:t>
            </a:r>
            <a:r>
              <a:rPr lang="en-IN" dirty="0" err="1"/>
              <a:t>Customer_Age</a:t>
            </a:r>
            <a:r>
              <a:rPr lang="en-IN" dirty="0"/>
              <a:t>] &lt;60 ,"50-60",</a:t>
            </a:r>
          </a:p>
          <a:p>
            <a:pPr marL="0" indent="0">
              <a:lnSpc>
                <a:spcPct val="120000"/>
              </a:lnSpc>
              <a:buNone/>
            </a:pPr>
            <a:r>
              <a:rPr lang="en-IN" dirty="0"/>
              <a:t>    '</a:t>
            </a:r>
            <a:r>
              <a:rPr lang="en-IN" dirty="0" err="1"/>
              <a:t>cc_db</a:t>
            </a:r>
            <a:r>
              <a:rPr lang="en-IN" dirty="0"/>
              <a:t> </a:t>
            </a:r>
            <a:r>
              <a:rPr lang="en-IN" dirty="0" err="1"/>
              <a:t>cust_detail</a:t>
            </a:r>
            <a:r>
              <a:rPr lang="en-IN" dirty="0"/>
              <a:t>'[</a:t>
            </a:r>
            <a:r>
              <a:rPr lang="en-IN" dirty="0" err="1"/>
              <a:t>Customer_Age</a:t>
            </a:r>
            <a:r>
              <a:rPr lang="en-IN" dirty="0"/>
              <a:t>]&gt;=60,"60+",</a:t>
            </a:r>
          </a:p>
          <a:p>
            <a:pPr marL="0" indent="0">
              <a:lnSpc>
                <a:spcPct val="120000"/>
              </a:lnSpc>
              <a:buNone/>
            </a:pPr>
            <a:r>
              <a:rPr lang="en-IN" dirty="0"/>
              <a:t>    "Unknown"</a:t>
            </a:r>
          </a:p>
          <a:p>
            <a:pPr marL="0" indent="0">
              <a:lnSpc>
                <a:spcPct val="120000"/>
              </a:lnSpc>
              <a:buNone/>
            </a:pPr>
            <a:r>
              <a:rPr lang="en-IN" dirty="0"/>
              <a:t>)</a:t>
            </a:r>
          </a:p>
          <a:p>
            <a:endParaRPr lang="en-IN" dirty="0"/>
          </a:p>
        </p:txBody>
      </p:sp>
    </p:spTree>
    <p:extLst>
      <p:ext uri="{BB962C8B-B14F-4D97-AF65-F5344CB8AC3E}">
        <p14:creationId xmlns:p14="http://schemas.microsoft.com/office/powerpoint/2010/main" val="18496099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222BE8-8BA6-56F5-10FF-F553135B31BD}"/>
              </a:ext>
            </a:extLst>
          </p:cNvPr>
          <p:cNvSpPr>
            <a:spLocks noGrp="1"/>
          </p:cNvSpPr>
          <p:nvPr>
            <p:ph idx="1"/>
          </p:nvPr>
        </p:nvSpPr>
        <p:spPr>
          <a:xfrm>
            <a:off x="550863" y="228600"/>
            <a:ext cx="11090274" cy="6629399"/>
          </a:xfrm>
        </p:spPr>
        <p:txBody>
          <a:bodyPr numCol="1">
            <a:normAutofit/>
          </a:bodyPr>
          <a:lstStyle/>
          <a:p>
            <a:pPr marL="0" indent="0">
              <a:buNone/>
            </a:pPr>
            <a:r>
              <a:rPr lang="en-IN" sz="1400" dirty="0" err="1"/>
              <a:t>IncomeGroup</a:t>
            </a:r>
            <a:r>
              <a:rPr lang="en-IN" sz="1400" dirty="0"/>
              <a:t> = SWITCH(</a:t>
            </a:r>
          </a:p>
          <a:p>
            <a:pPr marL="0" indent="0">
              <a:buNone/>
            </a:pPr>
            <a:r>
              <a:rPr lang="en-IN" sz="1400" dirty="0"/>
              <a:t>    TRUE(),</a:t>
            </a:r>
          </a:p>
          <a:p>
            <a:pPr marL="0" indent="0">
              <a:buNone/>
            </a:pPr>
            <a:r>
              <a:rPr lang="en-IN" sz="1400" dirty="0"/>
              <a:t>    '</a:t>
            </a:r>
            <a:r>
              <a:rPr lang="en-IN" sz="1400" dirty="0" err="1"/>
              <a:t>cc_db</a:t>
            </a:r>
            <a:r>
              <a:rPr lang="en-IN" sz="1400" dirty="0"/>
              <a:t> </a:t>
            </a:r>
            <a:r>
              <a:rPr lang="en-IN" sz="1400" dirty="0" err="1"/>
              <a:t>cust_detail</a:t>
            </a:r>
            <a:r>
              <a:rPr lang="en-IN" sz="1400" dirty="0"/>
              <a:t>'[Income] &lt; 35000,"Low",</a:t>
            </a:r>
          </a:p>
          <a:p>
            <a:pPr marL="0" indent="0">
              <a:buNone/>
            </a:pPr>
            <a:r>
              <a:rPr lang="en-IN" sz="1400" dirty="0"/>
              <a:t>    '</a:t>
            </a:r>
            <a:r>
              <a:rPr lang="en-IN" sz="1400" dirty="0" err="1"/>
              <a:t>cc_db</a:t>
            </a:r>
            <a:r>
              <a:rPr lang="en-IN" sz="1400" dirty="0"/>
              <a:t> </a:t>
            </a:r>
            <a:r>
              <a:rPr lang="en-IN" sz="1400" dirty="0" err="1"/>
              <a:t>cust_detail</a:t>
            </a:r>
            <a:r>
              <a:rPr lang="en-IN" sz="1400" dirty="0"/>
              <a:t>'[Income] &gt;= 35000 &amp;&amp; '</a:t>
            </a:r>
            <a:r>
              <a:rPr lang="en-IN" sz="1400" dirty="0" err="1"/>
              <a:t>cc_db</a:t>
            </a:r>
            <a:r>
              <a:rPr lang="en-IN" sz="1400" dirty="0"/>
              <a:t> </a:t>
            </a:r>
            <a:r>
              <a:rPr lang="en-IN" sz="1400" dirty="0" err="1"/>
              <a:t>cust_detail</a:t>
            </a:r>
            <a:r>
              <a:rPr lang="en-IN" sz="1400" dirty="0"/>
              <a:t>'[Income]&lt;=70000,"Mid",</a:t>
            </a:r>
          </a:p>
          <a:p>
            <a:pPr marL="0" indent="0">
              <a:buNone/>
            </a:pPr>
            <a:r>
              <a:rPr lang="en-IN" sz="1400" dirty="0"/>
              <a:t>    '</a:t>
            </a:r>
            <a:r>
              <a:rPr lang="en-IN" sz="1400" dirty="0" err="1"/>
              <a:t>cc_db</a:t>
            </a:r>
            <a:r>
              <a:rPr lang="en-IN" sz="1400" dirty="0"/>
              <a:t> </a:t>
            </a:r>
            <a:r>
              <a:rPr lang="en-IN" sz="1400" dirty="0" err="1"/>
              <a:t>cust_detail</a:t>
            </a:r>
            <a:r>
              <a:rPr lang="en-IN" sz="1400" dirty="0"/>
              <a:t>'[Income] &gt; 70000,"High",</a:t>
            </a:r>
          </a:p>
          <a:p>
            <a:pPr marL="0" indent="0">
              <a:buNone/>
            </a:pPr>
            <a:r>
              <a:rPr lang="en-IN" sz="1400" dirty="0"/>
              <a:t>    "Unknown"</a:t>
            </a:r>
          </a:p>
          <a:p>
            <a:pPr marL="0" indent="0">
              <a:buNone/>
            </a:pPr>
            <a:r>
              <a:rPr lang="en-IN" sz="1400" dirty="0"/>
              <a:t>)</a:t>
            </a:r>
          </a:p>
          <a:p>
            <a:pPr marL="0" indent="0">
              <a:buNone/>
            </a:pPr>
            <a:endParaRPr lang="en-IN" sz="1400" dirty="0"/>
          </a:p>
          <a:p>
            <a:pPr marL="0" indent="0">
              <a:buNone/>
            </a:pPr>
            <a:r>
              <a:rPr lang="en-US" sz="1400" dirty="0"/>
              <a:t>Revenue = '</a:t>
            </a:r>
            <a:r>
              <a:rPr lang="en-US" sz="1400" dirty="0" err="1"/>
              <a:t>cc_db</a:t>
            </a:r>
            <a:r>
              <a:rPr lang="en-US" sz="1400" dirty="0"/>
              <a:t> </a:t>
            </a:r>
            <a:r>
              <a:rPr lang="en-US" sz="1400" dirty="0" err="1"/>
              <a:t>cc_details</a:t>
            </a:r>
            <a:r>
              <a:rPr lang="en-US" sz="1400" dirty="0"/>
              <a:t>'[</a:t>
            </a:r>
            <a:r>
              <a:rPr lang="en-US" sz="1400" dirty="0" err="1"/>
              <a:t>Annual_Fees</a:t>
            </a:r>
            <a:r>
              <a:rPr lang="en-US" sz="1400" dirty="0"/>
              <a:t>]+ '</a:t>
            </a:r>
            <a:r>
              <a:rPr lang="en-US" sz="1400" dirty="0" err="1"/>
              <a:t>cc_db</a:t>
            </a:r>
            <a:r>
              <a:rPr lang="en-US" sz="1400" dirty="0"/>
              <a:t> </a:t>
            </a:r>
            <a:r>
              <a:rPr lang="en-US" sz="1400" dirty="0" err="1"/>
              <a:t>cc_details</a:t>
            </a:r>
            <a:r>
              <a:rPr lang="en-US" sz="1400" dirty="0"/>
              <a:t>'[</a:t>
            </a:r>
            <a:r>
              <a:rPr lang="en-US" sz="1400" dirty="0" err="1"/>
              <a:t>Total_Trans_Amt</a:t>
            </a:r>
            <a:r>
              <a:rPr lang="en-US" sz="1400" dirty="0"/>
              <a:t>] +'</a:t>
            </a:r>
            <a:r>
              <a:rPr lang="en-US" sz="1400" dirty="0" err="1"/>
              <a:t>cc_db</a:t>
            </a:r>
            <a:r>
              <a:rPr lang="en-US" sz="1400" dirty="0"/>
              <a:t> </a:t>
            </a:r>
            <a:r>
              <a:rPr lang="en-US" sz="1400" dirty="0" err="1"/>
              <a:t>cc_details</a:t>
            </a:r>
            <a:r>
              <a:rPr lang="en-US" sz="1400" dirty="0"/>
              <a:t>'[</a:t>
            </a:r>
            <a:r>
              <a:rPr lang="en-US" sz="1400" dirty="0" err="1"/>
              <a:t>Interest_Earned</a:t>
            </a:r>
            <a:r>
              <a:rPr lang="en-US" sz="1400" dirty="0"/>
              <a:t>]</a:t>
            </a:r>
            <a:endParaRPr lang="en-IN" sz="1400" dirty="0"/>
          </a:p>
          <a:p>
            <a:endParaRPr lang="en-IN" sz="1400" dirty="0"/>
          </a:p>
        </p:txBody>
      </p:sp>
    </p:spTree>
    <p:extLst>
      <p:ext uri="{BB962C8B-B14F-4D97-AF65-F5344CB8AC3E}">
        <p14:creationId xmlns:p14="http://schemas.microsoft.com/office/powerpoint/2010/main" val="35755249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71D4AB-FC43-93BA-D8FE-24DDCC1B7470}"/>
              </a:ext>
            </a:extLst>
          </p:cNvPr>
          <p:cNvSpPr>
            <a:spLocks noGrp="1"/>
          </p:cNvSpPr>
          <p:nvPr>
            <p:ph idx="1"/>
          </p:nvPr>
        </p:nvSpPr>
        <p:spPr>
          <a:xfrm>
            <a:off x="550863" y="100584"/>
            <a:ext cx="11090274" cy="6757415"/>
          </a:xfrm>
        </p:spPr>
        <p:txBody>
          <a:bodyPr>
            <a:normAutofit/>
          </a:bodyPr>
          <a:lstStyle/>
          <a:p>
            <a:pPr marL="0" indent="0">
              <a:lnSpc>
                <a:spcPct val="100000"/>
              </a:lnSpc>
              <a:buNone/>
            </a:pPr>
            <a:r>
              <a:rPr lang="en-IN" sz="1400" dirty="0" err="1"/>
              <a:t>current_week_revenue</a:t>
            </a:r>
            <a:r>
              <a:rPr lang="en-IN" sz="1400" dirty="0"/>
              <a:t> = CALCULATE(SUM('</a:t>
            </a:r>
            <a:r>
              <a:rPr lang="en-IN" sz="1400" dirty="0" err="1"/>
              <a:t>cc_db</a:t>
            </a:r>
            <a:r>
              <a:rPr lang="en-IN" sz="1400" dirty="0"/>
              <a:t> </a:t>
            </a:r>
            <a:r>
              <a:rPr lang="en-IN" sz="1400" dirty="0" err="1"/>
              <a:t>cc_details</a:t>
            </a:r>
            <a:r>
              <a:rPr lang="en-IN" sz="1400" dirty="0"/>
              <a:t>'[Revenue]),</a:t>
            </a:r>
          </a:p>
          <a:p>
            <a:pPr marL="0" indent="0">
              <a:lnSpc>
                <a:spcPct val="100000"/>
              </a:lnSpc>
              <a:buNone/>
            </a:pPr>
            <a:r>
              <a:rPr lang="en-IN" sz="1400" dirty="0"/>
              <a:t>FILTER(ALL('</a:t>
            </a:r>
            <a:r>
              <a:rPr lang="en-IN" sz="1400" dirty="0" err="1"/>
              <a:t>cc_db</a:t>
            </a:r>
            <a:r>
              <a:rPr lang="en-IN" sz="1400" dirty="0"/>
              <a:t> </a:t>
            </a:r>
            <a:r>
              <a:rPr lang="en-IN" sz="1400" dirty="0" err="1"/>
              <a:t>cc_details</a:t>
            </a:r>
            <a:r>
              <a:rPr lang="en-IN" sz="1400" dirty="0"/>
              <a:t>'),</a:t>
            </a:r>
          </a:p>
          <a:p>
            <a:pPr marL="0" indent="0">
              <a:lnSpc>
                <a:spcPct val="100000"/>
              </a:lnSpc>
              <a:buNone/>
            </a:pPr>
            <a:r>
              <a:rPr lang="en-IN" sz="1400" dirty="0"/>
              <a:t>'</a:t>
            </a:r>
            <a:r>
              <a:rPr lang="en-IN" sz="1400" dirty="0" err="1"/>
              <a:t>cc_db</a:t>
            </a:r>
            <a:r>
              <a:rPr lang="en-IN" sz="1400" dirty="0"/>
              <a:t> </a:t>
            </a:r>
            <a:r>
              <a:rPr lang="en-IN" sz="1400" dirty="0" err="1"/>
              <a:t>cc_details</a:t>
            </a:r>
            <a:r>
              <a:rPr lang="en-IN" sz="1400" dirty="0"/>
              <a:t>'[</a:t>
            </a:r>
            <a:r>
              <a:rPr lang="en-IN" sz="1400" dirty="0" err="1"/>
              <a:t>WeekNo</a:t>
            </a:r>
            <a:r>
              <a:rPr lang="en-IN" sz="1400" dirty="0"/>
              <a:t>] = MAX('</a:t>
            </a:r>
            <a:r>
              <a:rPr lang="en-IN" sz="1400" dirty="0" err="1"/>
              <a:t>cc_db</a:t>
            </a:r>
            <a:r>
              <a:rPr lang="en-IN" sz="1400" dirty="0"/>
              <a:t> </a:t>
            </a:r>
            <a:r>
              <a:rPr lang="en-IN" sz="1400" dirty="0" err="1"/>
              <a:t>cc_details</a:t>
            </a:r>
            <a:r>
              <a:rPr lang="en-IN" sz="1400" dirty="0"/>
              <a:t>'[</a:t>
            </a:r>
            <a:r>
              <a:rPr lang="en-IN" sz="1400" dirty="0" err="1"/>
              <a:t>WeekNo</a:t>
            </a:r>
            <a:r>
              <a:rPr lang="en-IN" sz="1400" dirty="0"/>
              <a:t>])))</a:t>
            </a:r>
          </a:p>
          <a:p>
            <a:pPr marL="0" indent="0">
              <a:buNone/>
            </a:pPr>
            <a:endParaRPr lang="en-IN" sz="1400" dirty="0"/>
          </a:p>
          <a:p>
            <a:pPr marL="0" indent="0">
              <a:lnSpc>
                <a:spcPct val="100000"/>
              </a:lnSpc>
              <a:buNone/>
            </a:pPr>
            <a:r>
              <a:rPr lang="en-IN" sz="1400" dirty="0" err="1"/>
              <a:t>previous_week_revenue</a:t>
            </a:r>
            <a:r>
              <a:rPr lang="en-IN" sz="1400" dirty="0"/>
              <a:t> = CALCULATE(SUM('</a:t>
            </a:r>
            <a:r>
              <a:rPr lang="en-IN" sz="1400" dirty="0" err="1"/>
              <a:t>cc_db</a:t>
            </a:r>
            <a:r>
              <a:rPr lang="en-IN" sz="1400" dirty="0"/>
              <a:t> </a:t>
            </a:r>
            <a:r>
              <a:rPr lang="en-IN" sz="1400" dirty="0" err="1"/>
              <a:t>cc_details</a:t>
            </a:r>
            <a:r>
              <a:rPr lang="en-IN" sz="1400" dirty="0"/>
              <a:t>'[Revenue]),</a:t>
            </a:r>
          </a:p>
          <a:p>
            <a:pPr marL="0" indent="0">
              <a:lnSpc>
                <a:spcPct val="100000"/>
              </a:lnSpc>
              <a:buNone/>
            </a:pPr>
            <a:r>
              <a:rPr lang="en-IN" sz="1400" dirty="0"/>
              <a:t>FILTER(ALL('</a:t>
            </a:r>
            <a:r>
              <a:rPr lang="en-IN" sz="1400" dirty="0" err="1"/>
              <a:t>cc_db</a:t>
            </a:r>
            <a:r>
              <a:rPr lang="en-IN" sz="1400" dirty="0"/>
              <a:t> </a:t>
            </a:r>
            <a:r>
              <a:rPr lang="en-IN" sz="1400" dirty="0" err="1"/>
              <a:t>cc_details</a:t>
            </a:r>
            <a:r>
              <a:rPr lang="en-IN" sz="1400" dirty="0"/>
              <a:t>'),</a:t>
            </a:r>
          </a:p>
          <a:p>
            <a:pPr marL="0" indent="0">
              <a:lnSpc>
                <a:spcPct val="100000"/>
              </a:lnSpc>
              <a:buNone/>
            </a:pPr>
            <a:r>
              <a:rPr lang="en-IN" sz="1400" dirty="0"/>
              <a:t>'</a:t>
            </a:r>
            <a:r>
              <a:rPr lang="en-IN" sz="1400" dirty="0" err="1"/>
              <a:t>cc_db</a:t>
            </a:r>
            <a:r>
              <a:rPr lang="en-IN" sz="1400" dirty="0"/>
              <a:t> </a:t>
            </a:r>
            <a:r>
              <a:rPr lang="en-IN" sz="1400" dirty="0" err="1"/>
              <a:t>cc_details</a:t>
            </a:r>
            <a:r>
              <a:rPr lang="en-IN" sz="1400" dirty="0"/>
              <a:t>'[</a:t>
            </a:r>
            <a:r>
              <a:rPr lang="en-IN" sz="1400" dirty="0" err="1"/>
              <a:t>WeekNo</a:t>
            </a:r>
            <a:r>
              <a:rPr lang="en-IN" sz="1400" dirty="0"/>
              <a:t>] = MAX('</a:t>
            </a:r>
            <a:r>
              <a:rPr lang="en-IN" sz="1400" dirty="0" err="1"/>
              <a:t>cc_db</a:t>
            </a:r>
            <a:r>
              <a:rPr lang="en-IN" sz="1400" dirty="0"/>
              <a:t> </a:t>
            </a:r>
            <a:r>
              <a:rPr lang="en-IN" sz="1400" dirty="0" err="1"/>
              <a:t>cc_details</a:t>
            </a:r>
            <a:r>
              <a:rPr lang="en-IN" sz="1400" dirty="0"/>
              <a:t>'[</a:t>
            </a:r>
            <a:r>
              <a:rPr lang="en-IN" sz="1400" dirty="0" err="1"/>
              <a:t>WeekNo</a:t>
            </a:r>
            <a:r>
              <a:rPr lang="en-IN" sz="1400" dirty="0"/>
              <a:t>])-1))</a:t>
            </a:r>
          </a:p>
          <a:p>
            <a:endParaRPr lang="en-IN" sz="1400" dirty="0"/>
          </a:p>
          <a:p>
            <a:r>
              <a:rPr lang="en-US" sz="1400" dirty="0"/>
              <a:t>WOW Revenue = DIVIDE(([</a:t>
            </a:r>
            <a:r>
              <a:rPr lang="en-US" sz="1400" dirty="0" err="1"/>
              <a:t>current_week_revenue</a:t>
            </a:r>
            <a:r>
              <a:rPr lang="en-US" sz="1400" dirty="0"/>
              <a:t>]-[</a:t>
            </a:r>
            <a:r>
              <a:rPr lang="en-US" sz="1400" dirty="0" err="1"/>
              <a:t>previous_week_revenue</a:t>
            </a:r>
            <a:r>
              <a:rPr lang="en-US" sz="1400" dirty="0"/>
              <a:t>]),[</a:t>
            </a:r>
            <a:r>
              <a:rPr lang="en-US" sz="1400" dirty="0" err="1"/>
              <a:t>previous_week_revenue</a:t>
            </a:r>
            <a:r>
              <a:rPr lang="en-US" sz="1400" dirty="0"/>
              <a:t>])</a:t>
            </a:r>
          </a:p>
          <a:p>
            <a:endParaRPr lang="en-IN" sz="1400" dirty="0"/>
          </a:p>
          <a:p>
            <a:endParaRPr lang="en-IN" sz="1400" dirty="0"/>
          </a:p>
        </p:txBody>
      </p:sp>
    </p:spTree>
    <p:extLst>
      <p:ext uri="{BB962C8B-B14F-4D97-AF65-F5344CB8AC3E}">
        <p14:creationId xmlns:p14="http://schemas.microsoft.com/office/powerpoint/2010/main" val="8945139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C2075-E648-9C43-F0C3-0FA1216D30A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0263B6-85F7-E939-BD4C-702276609577}"/>
              </a:ext>
            </a:extLst>
          </p:cNvPr>
          <p:cNvSpPr>
            <a:spLocks noGrp="1"/>
          </p:cNvSpPr>
          <p:nvPr>
            <p:ph idx="1"/>
          </p:nvPr>
        </p:nvSpPr>
        <p:spPr>
          <a:xfrm>
            <a:off x="64008" y="0"/>
            <a:ext cx="11366817" cy="6757416"/>
          </a:xfrm>
        </p:spPr>
        <p:txBody>
          <a:bodyPr>
            <a:normAutofit/>
          </a:bodyPr>
          <a:lstStyle/>
          <a:p>
            <a:pPr marL="0" indent="0">
              <a:buNone/>
            </a:pPr>
            <a:r>
              <a:rPr lang="en-IN" sz="1400" dirty="0"/>
              <a:t>Current week trans</a:t>
            </a:r>
          </a:p>
          <a:p>
            <a:pPr marL="0" indent="0">
              <a:buNone/>
            </a:pPr>
            <a:r>
              <a:rPr lang="en-IN" sz="1400" dirty="0" err="1"/>
              <a:t>current_week_transaction</a:t>
            </a:r>
            <a:r>
              <a:rPr lang="en-IN" sz="1400" dirty="0"/>
              <a:t> = CALCULATE(SUM('</a:t>
            </a:r>
            <a:r>
              <a:rPr lang="en-IN" sz="1400" dirty="0" err="1"/>
              <a:t>cc_db</a:t>
            </a:r>
            <a:r>
              <a:rPr lang="en-IN" sz="1400" dirty="0"/>
              <a:t> </a:t>
            </a:r>
            <a:r>
              <a:rPr lang="en-IN" sz="1400" dirty="0" err="1"/>
              <a:t>cc_details</a:t>
            </a:r>
            <a:r>
              <a:rPr lang="en-IN" sz="1400" dirty="0"/>
              <a:t>'[</a:t>
            </a:r>
            <a:r>
              <a:rPr lang="en-IN" sz="1400" dirty="0" err="1"/>
              <a:t>Total_Trans_Amt</a:t>
            </a:r>
            <a:r>
              <a:rPr lang="en-IN" sz="1400" dirty="0"/>
              <a:t>]),</a:t>
            </a:r>
          </a:p>
          <a:p>
            <a:pPr marL="0" indent="0">
              <a:buNone/>
            </a:pPr>
            <a:r>
              <a:rPr lang="en-IN" sz="1400" dirty="0"/>
              <a:t>FILTER(ALL('</a:t>
            </a:r>
            <a:r>
              <a:rPr lang="en-IN" sz="1400" dirty="0" err="1"/>
              <a:t>cc_db</a:t>
            </a:r>
            <a:r>
              <a:rPr lang="en-IN" sz="1400" dirty="0"/>
              <a:t> </a:t>
            </a:r>
            <a:r>
              <a:rPr lang="en-IN" sz="1400" dirty="0" err="1"/>
              <a:t>cc_details</a:t>
            </a:r>
            <a:r>
              <a:rPr lang="en-IN" sz="1400" dirty="0"/>
              <a:t>'),</a:t>
            </a:r>
          </a:p>
          <a:p>
            <a:pPr marL="0" indent="0">
              <a:buNone/>
            </a:pPr>
            <a:r>
              <a:rPr lang="en-IN" sz="1400" dirty="0"/>
              <a:t>'</a:t>
            </a:r>
            <a:r>
              <a:rPr lang="en-IN" sz="1400" dirty="0" err="1"/>
              <a:t>cc_db</a:t>
            </a:r>
            <a:r>
              <a:rPr lang="en-IN" sz="1400" dirty="0"/>
              <a:t> </a:t>
            </a:r>
            <a:r>
              <a:rPr lang="en-IN" sz="1400" dirty="0" err="1"/>
              <a:t>cc_details</a:t>
            </a:r>
            <a:r>
              <a:rPr lang="en-IN" sz="1400" dirty="0"/>
              <a:t>'[</a:t>
            </a:r>
            <a:r>
              <a:rPr lang="en-IN" sz="1400" dirty="0" err="1"/>
              <a:t>WeekNo</a:t>
            </a:r>
            <a:r>
              <a:rPr lang="en-IN" sz="1400" dirty="0"/>
              <a:t>] = MAX('</a:t>
            </a:r>
            <a:r>
              <a:rPr lang="en-IN" sz="1400" dirty="0" err="1"/>
              <a:t>cc_db</a:t>
            </a:r>
            <a:r>
              <a:rPr lang="en-IN" sz="1400" dirty="0"/>
              <a:t> </a:t>
            </a:r>
            <a:r>
              <a:rPr lang="en-IN" sz="1400" dirty="0" err="1"/>
              <a:t>cc_details</a:t>
            </a:r>
            <a:r>
              <a:rPr lang="en-IN" sz="1400" dirty="0"/>
              <a:t>'[</a:t>
            </a:r>
            <a:r>
              <a:rPr lang="en-IN" sz="1400" dirty="0" err="1"/>
              <a:t>WeekNo</a:t>
            </a:r>
            <a:r>
              <a:rPr lang="en-IN" sz="1400" dirty="0"/>
              <a:t>])))</a:t>
            </a:r>
          </a:p>
          <a:p>
            <a:pPr marL="0" indent="0">
              <a:buNone/>
            </a:pPr>
            <a:endParaRPr lang="en-IN" sz="1400" dirty="0"/>
          </a:p>
          <a:p>
            <a:pPr marL="0" indent="0">
              <a:buNone/>
            </a:pPr>
            <a:endParaRPr lang="en-IN" sz="1400" dirty="0"/>
          </a:p>
          <a:p>
            <a:pPr marL="0" indent="0">
              <a:buNone/>
            </a:pPr>
            <a:r>
              <a:rPr lang="en-IN" sz="1400" dirty="0"/>
              <a:t>previous week trans</a:t>
            </a:r>
          </a:p>
          <a:p>
            <a:pPr marL="0" indent="0">
              <a:buNone/>
            </a:pPr>
            <a:r>
              <a:rPr lang="en-IN" sz="1400" dirty="0" err="1"/>
              <a:t>current_week_transaction</a:t>
            </a:r>
            <a:r>
              <a:rPr lang="en-IN" sz="1400" dirty="0"/>
              <a:t> = CALCULATE(SUM('</a:t>
            </a:r>
            <a:r>
              <a:rPr lang="en-IN" sz="1400" dirty="0" err="1"/>
              <a:t>cc_db</a:t>
            </a:r>
            <a:r>
              <a:rPr lang="en-IN" sz="1400" dirty="0"/>
              <a:t> </a:t>
            </a:r>
            <a:r>
              <a:rPr lang="en-IN" sz="1400" dirty="0" err="1"/>
              <a:t>cc_details</a:t>
            </a:r>
            <a:r>
              <a:rPr lang="en-IN" sz="1400" dirty="0"/>
              <a:t>'[</a:t>
            </a:r>
            <a:r>
              <a:rPr lang="en-IN" sz="1400" dirty="0" err="1"/>
              <a:t>Total_Trans_Amt</a:t>
            </a:r>
            <a:r>
              <a:rPr lang="en-IN" sz="1400" dirty="0"/>
              <a:t>]),</a:t>
            </a:r>
          </a:p>
          <a:p>
            <a:pPr marL="0" indent="0">
              <a:buNone/>
            </a:pPr>
            <a:r>
              <a:rPr lang="en-IN" sz="1400" dirty="0"/>
              <a:t>FILTER(ALL('</a:t>
            </a:r>
            <a:r>
              <a:rPr lang="en-IN" sz="1400" dirty="0" err="1"/>
              <a:t>cc_db</a:t>
            </a:r>
            <a:r>
              <a:rPr lang="en-IN" sz="1400" dirty="0"/>
              <a:t> </a:t>
            </a:r>
            <a:r>
              <a:rPr lang="en-IN" sz="1400" dirty="0" err="1"/>
              <a:t>cc_details</a:t>
            </a:r>
            <a:r>
              <a:rPr lang="en-IN" sz="1400" dirty="0"/>
              <a:t>'),</a:t>
            </a:r>
          </a:p>
          <a:p>
            <a:pPr marL="0" indent="0">
              <a:buNone/>
            </a:pPr>
            <a:r>
              <a:rPr lang="en-IN" sz="1400" dirty="0"/>
              <a:t>'</a:t>
            </a:r>
            <a:r>
              <a:rPr lang="en-IN" sz="1400" dirty="0" err="1"/>
              <a:t>cc_db</a:t>
            </a:r>
            <a:r>
              <a:rPr lang="en-IN" sz="1400" dirty="0"/>
              <a:t> </a:t>
            </a:r>
            <a:r>
              <a:rPr lang="en-IN" sz="1400" dirty="0" err="1"/>
              <a:t>cc_details</a:t>
            </a:r>
            <a:r>
              <a:rPr lang="en-IN" sz="1400" dirty="0"/>
              <a:t>'[</a:t>
            </a:r>
            <a:r>
              <a:rPr lang="en-IN" sz="1400" dirty="0" err="1"/>
              <a:t>WeekNo</a:t>
            </a:r>
            <a:r>
              <a:rPr lang="en-IN" sz="1400" dirty="0"/>
              <a:t>] = MAX('</a:t>
            </a:r>
            <a:r>
              <a:rPr lang="en-IN" sz="1400" dirty="0" err="1"/>
              <a:t>cc_db</a:t>
            </a:r>
            <a:r>
              <a:rPr lang="en-IN" sz="1400" dirty="0"/>
              <a:t> </a:t>
            </a:r>
            <a:r>
              <a:rPr lang="en-IN" sz="1400" dirty="0" err="1"/>
              <a:t>cc_details</a:t>
            </a:r>
            <a:r>
              <a:rPr lang="en-IN" sz="1400" dirty="0"/>
              <a:t>'[</a:t>
            </a:r>
            <a:r>
              <a:rPr lang="en-IN" sz="1400" dirty="0" err="1"/>
              <a:t>WeekNo</a:t>
            </a:r>
            <a:r>
              <a:rPr lang="en-IN" sz="1400" dirty="0"/>
              <a:t>])-1))</a:t>
            </a:r>
          </a:p>
          <a:p>
            <a:pPr marL="0" indent="0">
              <a:buNone/>
            </a:pPr>
            <a:endParaRPr lang="en-IN" sz="1400" dirty="0"/>
          </a:p>
          <a:p>
            <a:pPr marL="0" indent="0">
              <a:buNone/>
            </a:pPr>
            <a:endParaRPr lang="en-IN" sz="1400" dirty="0"/>
          </a:p>
          <a:p>
            <a:pPr marL="0" indent="0">
              <a:buNone/>
            </a:pPr>
            <a:r>
              <a:rPr lang="en-IN" sz="1400" dirty="0"/>
              <a:t>WOW transaction </a:t>
            </a:r>
          </a:p>
          <a:p>
            <a:pPr marL="0" indent="0">
              <a:buNone/>
            </a:pPr>
            <a:r>
              <a:rPr lang="en-IN" sz="1400" dirty="0"/>
              <a:t>WOW transaction = DIVIDE(([</a:t>
            </a:r>
            <a:r>
              <a:rPr lang="en-IN" sz="1400" dirty="0" err="1"/>
              <a:t>current_week_transaction</a:t>
            </a:r>
            <a:r>
              <a:rPr lang="en-IN" sz="1400" dirty="0"/>
              <a:t>]-[</a:t>
            </a:r>
            <a:r>
              <a:rPr lang="en-IN" sz="1400" dirty="0" err="1"/>
              <a:t>previous_week_transaction</a:t>
            </a:r>
            <a:r>
              <a:rPr lang="en-IN" sz="1400" dirty="0"/>
              <a:t>]),[</a:t>
            </a:r>
            <a:r>
              <a:rPr lang="en-IN" sz="1400" dirty="0" err="1"/>
              <a:t>previous_week_transaction</a:t>
            </a:r>
            <a:r>
              <a:rPr lang="en-IN" sz="1400" dirty="0"/>
              <a:t>])</a:t>
            </a:r>
          </a:p>
          <a:p>
            <a:endParaRPr lang="en-IN" sz="1400" dirty="0"/>
          </a:p>
        </p:txBody>
      </p:sp>
    </p:spTree>
    <p:extLst>
      <p:ext uri="{BB962C8B-B14F-4D97-AF65-F5344CB8AC3E}">
        <p14:creationId xmlns:p14="http://schemas.microsoft.com/office/powerpoint/2010/main" val="14654496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66B65-6B8B-29A9-6EF2-C14C6F545B6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C68DDF-8F4C-725A-EC03-A10C545BA2DA}"/>
              </a:ext>
            </a:extLst>
          </p:cNvPr>
          <p:cNvSpPr>
            <a:spLocks noGrp="1"/>
          </p:cNvSpPr>
          <p:nvPr>
            <p:ph idx="1"/>
          </p:nvPr>
        </p:nvSpPr>
        <p:spPr>
          <a:xfrm>
            <a:off x="64008" y="0"/>
            <a:ext cx="11366817" cy="6757416"/>
          </a:xfrm>
        </p:spPr>
        <p:txBody>
          <a:bodyPr>
            <a:normAutofit/>
          </a:bodyPr>
          <a:lstStyle/>
          <a:p>
            <a:pPr marL="0" indent="0">
              <a:buNone/>
            </a:pPr>
            <a:r>
              <a:rPr lang="en-IN" sz="1400" dirty="0" err="1"/>
              <a:t>current_week_transaction_Count</a:t>
            </a:r>
            <a:endParaRPr lang="en-IN" sz="1400" dirty="0"/>
          </a:p>
          <a:p>
            <a:pPr marL="0" indent="0">
              <a:buNone/>
            </a:pPr>
            <a:r>
              <a:rPr lang="en-IN" sz="1400" dirty="0" err="1"/>
              <a:t>current_week_transaction_Count</a:t>
            </a:r>
            <a:r>
              <a:rPr lang="en-IN" sz="1400" dirty="0"/>
              <a:t> = CALCULATE(SUM('</a:t>
            </a:r>
            <a:r>
              <a:rPr lang="en-IN" sz="1400" dirty="0" err="1"/>
              <a:t>cc_db</a:t>
            </a:r>
            <a:r>
              <a:rPr lang="en-IN" sz="1400" dirty="0"/>
              <a:t> </a:t>
            </a:r>
            <a:r>
              <a:rPr lang="en-IN" sz="1400" dirty="0" err="1"/>
              <a:t>cc_details</a:t>
            </a:r>
            <a:r>
              <a:rPr lang="en-IN" sz="1400" dirty="0"/>
              <a:t>'[</a:t>
            </a:r>
            <a:r>
              <a:rPr lang="en-IN" sz="1400" dirty="0" err="1"/>
              <a:t>Total_Trans_Ct</a:t>
            </a:r>
            <a:r>
              <a:rPr lang="en-IN" sz="1400" dirty="0"/>
              <a:t>]),</a:t>
            </a:r>
          </a:p>
          <a:p>
            <a:pPr marL="0" indent="0">
              <a:buNone/>
            </a:pPr>
            <a:r>
              <a:rPr lang="en-IN" sz="1400" dirty="0"/>
              <a:t>FILTER(ALL('</a:t>
            </a:r>
            <a:r>
              <a:rPr lang="en-IN" sz="1400" dirty="0" err="1"/>
              <a:t>cc_db</a:t>
            </a:r>
            <a:r>
              <a:rPr lang="en-IN" sz="1400" dirty="0"/>
              <a:t> </a:t>
            </a:r>
            <a:r>
              <a:rPr lang="en-IN" sz="1400" dirty="0" err="1"/>
              <a:t>cc_details</a:t>
            </a:r>
            <a:r>
              <a:rPr lang="en-IN" sz="1400" dirty="0"/>
              <a:t>'),</a:t>
            </a:r>
          </a:p>
          <a:p>
            <a:pPr marL="0" indent="0">
              <a:buNone/>
            </a:pPr>
            <a:r>
              <a:rPr lang="en-IN" sz="1400" dirty="0"/>
              <a:t>'</a:t>
            </a:r>
            <a:r>
              <a:rPr lang="en-IN" sz="1400" dirty="0" err="1"/>
              <a:t>cc_db</a:t>
            </a:r>
            <a:r>
              <a:rPr lang="en-IN" sz="1400" dirty="0"/>
              <a:t> </a:t>
            </a:r>
            <a:r>
              <a:rPr lang="en-IN" sz="1400" dirty="0" err="1"/>
              <a:t>cc_details</a:t>
            </a:r>
            <a:r>
              <a:rPr lang="en-IN" sz="1400" dirty="0"/>
              <a:t>'[</a:t>
            </a:r>
            <a:r>
              <a:rPr lang="en-IN" sz="1400" dirty="0" err="1"/>
              <a:t>WeekNo</a:t>
            </a:r>
            <a:r>
              <a:rPr lang="en-IN" sz="1400" dirty="0"/>
              <a:t>] = MAX('</a:t>
            </a:r>
            <a:r>
              <a:rPr lang="en-IN" sz="1400" dirty="0" err="1"/>
              <a:t>cc_db</a:t>
            </a:r>
            <a:r>
              <a:rPr lang="en-IN" sz="1400" dirty="0"/>
              <a:t> </a:t>
            </a:r>
            <a:r>
              <a:rPr lang="en-IN" sz="1400" dirty="0" err="1"/>
              <a:t>cc_details</a:t>
            </a:r>
            <a:r>
              <a:rPr lang="en-IN" sz="1400" dirty="0"/>
              <a:t>'[</a:t>
            </a:r>
            <a:r>
              <a:rPr lang="en-IN" sz="1400" dirty="0" err="1"/>
              <a:t>WeekNo</a:t>
            </a:r>
            <a:r>
              <a:rPr lang="en-IN" sz="1400" dirty="0"/>
              <a:t>])))</a:t>
            </a:r>
          </a:p>
          <a:p>
            <a:pPr marL="0" indent="0">
              <a:buNone/>
            </a:pPr>
            <a:endParaRPr lang="en-IN" sz="1400" dirty="0"/>
          </a:p>
          <a:p>
            <a:pPr marL="0" indent="0">
              <a:buNone/>
            </a:pPr>
            <a:endParaRPr lang="en-IN" sz="1400" dirty="0"/>
          </a:p>
          <a:p>
            <a:pPr marL="0" indent="0">
              <a:buNone/>
            </a:pPr>
            <a:r>
              <a:rPr lang="en-IN" sz="1400" dirty="0"/>
              <a:t>WOW </a:t>
            </a:r>
            <a:r>
              <a:rPr lang="en-IN" sz="1400" dirty="0" err="1"/>
              <a:t>transaction_coun</a:t>
            </a:r>
            <a:endParaRPr lang="en-IN" sz="1400" dirty="0"/>
          </a:p>
          <a:p>
            <a:pPr marL="0" indent="0">
              <a:buNone/>
            </a:pPr>
            <a:r>
              <a:rPr lang="en-IN" sz="1400" dirty="0" err="1"/>
              <a:t>previous_week_transaction_Count</a:t>
            </a:r>
            <a:r>
              <a:rPr lang="en-IN" sz="1400" dirty="0"/>
              <a:t> = CALCULATE(SUM('</a:t>
            </a:r>
            <a:r>
              <a:rPr lang="en-IN" sz="1400" dirty="0" err="1"/>
              <a:t>cc_db</a:t>
            </a:r>
            <a:r>
              <a:rPr lang="en-IN" sz="1400" dirty="0"/>
              <a:t> </a:t>
            </a:r>
            <a:r>
              <a:rPr lang="en-IN" sz="1400" dirty="0" err="1"/>
              <a:t>cc_details</a:t>
            </a:r>
            <a:r>
              <a:rPr lang="en-IN" sz="1400" dirty="0"/>
              <a:t>'[</a:t>
            </a:r>
            <a:r>
              <a:rPr lang="en-IN" sz="1400" dirty="0" err="1"/>
              <a:t>Total_Trans_Ct</a:t>
            </a:r>
            <a:r>
              <a:rPr lang="en-IN" sz="1400" dirty="0"/>
              <a:t>]),</a:t>
            </a:r>
          </a:p>
          <a:p>
            <a:pPr marL="0" indent="0">
              <a:buNone/>
            </a:pPr>
            <a:r>
              <a:rPr lang="en-IN" sz="1400" dirty="0"/>
              <a:t>FILTER(ALL('</a:t>
            </a:r>
            <a:r>
              <a:rPr lang="en-IN" sz="1400" dirty="0" err="1"/>
              <a:t>cc_db</a:t>
            </a:r>
            <a:r>
              <a:rPr lang="en-IN" sz="1400" dirty="0"/>
              <a:t> </a:t>
            </a:r>
            <a:r>
              <a:rPr lang="en-IN" sz="1400" dirty="0" err="1"/>
              <a:t>cc_details</a:t>
            </a:r>
            <a:r>
              <a:rPr lang="en-IN" sz="1400" dirty="0"/>
              <a:t>'),</a:t>
            </a:r>
          </a:p>
          <a:p>
            <a:pPr marL="0" indent="0">
              <a:buNone/>
            </a:pPr>
            <a:r>
              <a:rPr lang="en-IN" sz="1400" dirty="0"/>
              <a:t>'</a:t>
            </a:r>
            <a:r>
              <a:rPr lang="en-IN" sz="1400" dirty="0" err="1"/>
              <a:t>cc_db</a:t>
            </a:r>
            <a:r>
              <a:rPr lang="en-IN" sz="1400" dirty="0"/>
              <a:t> </a:t>
            </a:r>
            <a:r>
              <a:rPr lang="en-IN" sz="1400" dirty="0" err="1"/>
              <a:t>cc_details</a:t>
            </a:r>
            <a:r>
              <a:rPr lang="en-IN" sz="1400" dirty="0"/>
              <a:t>'[</a:t>
            </a:r>
            <a:r>
              <a:rPr lang="en-IN" sz="1400" dirty="0" err="1"/>
              <a:t>WeekNo</a:t>
            </a:r>
            <a:r>
              <a:rPr lang="en-IN" sz="1400" dirty="0"/>
              <a:t>] = MAX('</a:t>
            </a:r>
            <a:r>
              <a:rPr lang="en-IN" sz="1400" dirty="0" err="1"/>
              <a:t>cc_db</a:t>
            </a:r>
            <a:r>
              <a:rPr lang="en-IN" sz="1400" dirty="0"/>
              <a:t> </a:t>
            </a:r>
            <a:r>
              <a:rPr lang="en-IN" sz="1400" dirty="0" err="1"/>
              <a:t>cc_details</a:t>
            </a:r>
            <a:r>
              <a:rPr lang="en-IN" sz="1400" dirty="0"/>
              <a:t>'[</a:t>
            </a:r>
            <a:r>
              <a:rPr lang="en-IN" sz="1400" dirty="0" err="1"/>
              <a:t>WeekNo</a:t>
            </a:r>
            <a:r>
              <a:rPr lang="en-IN" sz="1400" dirty="0"/>
              <a:t>])-1))</a:t>
            </a:r>
          </a:p>
          <a:p>
            <a:pPr marL="0" indent="0">
              <a:buNone/>
            </a:pPr>
            <a:endParaRPr lang="en-IN" sz="1400" dirty="0"/>
          </a:p>
          <a:p>
            <a:pPr marL="0" indent="0">
              <a:buNone/>
            </a:pPr>
            <a:endParaRPr lang="en-IN" sz="1400" dirty="0"/>
          </a:p>
          <a:p>
            <a:pPr marL="0" indent="0">
              <a:buNone/>
            </a:pPr>
            <a:r>
              <a:rPr lang="en-IN" sz="1400" dirty="0"/>
              <a:t>WOW </a:t>
            </a:r>
            <a:r>
              <a:rPr lang="en-IN" sz="1400" dirty="0" err="1"/>
              <a:t>transaction_coun</a:t>
            </a:r>
            <a:endParaRPr lang="en-IN" sz="1400" dirty="0"/>
          </a:p>
          <a:p>
            <a:pPr marL="0" indent="0">
              <a:buNone/>
            </a:pPr>
            <a:r>
              <a:rPr lang="en-IN" sz="1400" dirty="0"/>
              <a:t>WOW </a:t>
            </a:r>
            <a:r>
              <a:rPr lang="en-IN" sz="1400" dirty="0" err="1"/>
              <a:t>transaction_count</a:t>
            </a:r>
            <a:r>
              <a:rPr lang="en-IN" sz="1400" dirty="0"/>
              <a:t> = DIVIDE(([</a:t>
            </a:r>
            <a:r>
              <a:rPr lang="en-IN" sz="1400" dirty="0" err="1"/>
              <a:t>current_week_transaction_Count</a:t>
            </a:r>
            <a:r>
              <a:rPr lang="en-IN" sz="1400" dirty="0"/>
              <a:t>]-[</a:t>
            </a:r>
            <a:r>
              <a:rPr lang="en-IN" sz="1400" dirty="0" err="1"/>
              <a:t>previous_week_transaction_Count</a:t>
            </a:r>
            <a:r>
              <a:rPr lang="en-IN" sz="1400" dirty="0"/>
              <a:t>]),[</a:t>
            </a:r>
            <a:r>
              <a:rPr lang="en-IN" sz="1400" dirty="0" err="1"/>
              <a:t>previous_week_transaction_Count</a:t>
            </a:r>
            <a:r>
              <a:rPr lang="en-IN" sz="1400" dirty="0"/>
              <a:t>])</a:t>
            </a:r>
          </a:p>
          <a:p>
            <a:endParaRPr lang="en-IN" sz="1400" dirty="0"/>
          </a:p>
        </p:txBody>
      </p:sp>
    </p:spTree>
    <p:extLst>
      <p:ext uri="{BB962C8B-B14F-4D97-AF65-F5344CB8AC3E}">
        <p14:creationId xmlns:p14="http://schemas.microsoft.com/office/powerpoint/2010/main" val="41809348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78360A2-2AA1-EA1D-1EB0-4B56106C4961}"/>
            </a:ext>
          </a:extLst>
        </p:cNvPr>
        <p:cNvGrpSpPr/>
        <p:nvPr/>
      </p:nvGrpSpPr>
      <p:grpSpPr>
        <a:xfrm>
          <a:off x="0" y="0"/>
          <a:ext cx="0" cy="0"/>
          <a:chOff x="0" y="0"/>
          <a:chExt cx="0" cy="0"/>
        </a:xfrm>
      </p:grpSpPr>
      <p:sp>
        <p:nvSpPr>
          <p:cNvPr id="9" name="Freeform: Shape 8">
            <a:extLst>
              <a:ext uri="{FF2B5EF4-FFF2-40B4-BE49-F238E27FC236}">
                <a16:creationId xmlns:a16="http://schemas.microsoft.com/office/drawing/2014/main" id="{82184FF4-7029-4ED7-813A-192E606087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12445" y="481888"/>
            <a:ext cx="1080000" cy="1262947"/>
          </a:xfrm>
          <a:custGeom>
            <a:avLst/>
            <a:gdLst/>
            <a:ahLst/>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Oval 10">
            <a:extLst>
              <a:ext uri="{FF2B5EF4-FFF2-40B4-BE49-F238E27FC236}">
                <a16:creationId xmlns:a16="http://schemas.microsoft.com/office/drawing/2014/main" id="{AAA7AB09-557C-41AD-9113-FF9F68FA10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3" name="Oval 12">
            <a:extLst>
              <a:ext uri="{FF2B5EF4-FFF2-40B4-BE49-F238E27FC236}">
                <a16:creationId xmlns:a16="http://schemas.microsoft.com/office/drawing/2014/main" id="{EF99ECAA-1F11-4937-BBA6-51935AB44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5" name="Group 14">
            <a:extLst>
              <a:ext uri="{FF2B5EF4-FFF2-40B4-BE49-F238E27FC236}">
                <a16:creationId xmlns:a16="http://schemas.microsoft.com/office/drawing/2014/main" id="{79DE9FAB-6BBA-4CFE-B67D-77B47F01EC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29952" y="4524379"/>
            <a:ext cx="1980001" cy="1363916"/>
            <a:chOff x="4879602" y="3781429"/>
            <a:chExt cx="1980001" cy="1363916"/>
          </a:xfrm>
        </p:grpSpPr>
        <p:sp>
          <p:nvSpPr>
            <p:cNvPr id="16" name="Freeform: Shape 15">
              <a:extLst>
                <a:ext uri="{FF2B5EF4-FFF2-40B4-BE49-F238E27FC236}">
                  <a16:creationId xmlns:a16="http://schemas.microsoft.com/office/drawing/2014/main" id="{79FAC916-D9BB-4794-81B4-7C47C67E850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B5CA2231-7A65-4D16-8400-A210CC41DB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Oval 17">
              <a:extLst>
                <a:ext uri="{FF2B5EF4-FFF2-40B4-BE49-F238E27FC236}">
                  <a16:creationId xmlns:a16="http://schemas.microsoft.com/office/drawing/2014/main" id="{4B089C8C-B82B-4704-88E2-E857A5E21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434B90C8-5B4D-456E-AD99-80EF748FDD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useBgFill="1">
        <p:nvSpPr>
          <p:cNvPr id="21" name="Rectangle 20">
            <a:extLst>
              <a:ext uri="{FF2B5EF4-FFF2-40B4-BE49-F238E27FC236}">
                <a16:creationId xmlns:a16="http://schemas.microsoft.com/office/drawing/2014/main" id="{1DB043B4-68C6-45B9-82AC-A5800EADB8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28A00A08-E4E6-4184-B484-E0E034072A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1171" y="1388266"/>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5" name="Group 24">
            <a:extLst>
              <a:ext uri="{FF2B5EF4-FFF2-40B4-BE49-F238E27FC236}">
                <a16:creationId xmlns:a16="http://schemas.microsoft.com/office/drawing/2014/main" id="{0780E404-3121-4F33-AF2D-65F659A977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7675" y="288981"/>
            <a:ext cx="1262947" cy="1335600"/>
            <a:chOff x="2678417" y="2427951"/>
            <a:chExt cx="1262947" cy="1335600"/>
          </a:xfrm>
        </p:grpSpPr>
        <p:sp>
          <p:nvSpPr>
            <p:cNvPr id="26" name="Freeform: Shape 25">
              <a:extLst>
                <a:ext uri="{FF2B5EF4-FFF2-40B4-BE49-F238E27FC236}">
                  <a16:creationId xmlns:a16="http://schemas.microsoft.com/office/drawing/2014/main" id="{2339341D-8322-49F1-91DA-6D115CCAE7A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2700000">
              <a:off x="2769891" y="2336477"/>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7" name="Oval 26">
              <a:extLst>
                <a:ext uri="{FF2B5EF4-FFF2-40B4-BE49-F238E27FC236}">
                  <a16:creationId xmlns:a16="http://schemas.microsoft.com/office/drawing/2014/main" id="{7EB9DB0E-3B0E-411A-9274-448D565CA4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a:off x="2784291" y="2683551"/>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nvGrpSpPr>
          <p:cNvPr id="29" name="Group 28">
            <a:extLst>
              <a:ext uri="{FF2B5EF4-FFF2-40B4-BE49-F238E27FC236}">
                <a16:creationId xmlns:a16="http://schemas.microsoft.com/office/drawing/2014/main" id="{4B158E9A-DBF4-4AA7-B6B7-8C8EB2FBDD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25249" y="5435090"/>
            <a:ext cx="762805" cy="734873"/>
            <a:chOff x="7950336" y="1300590"/>
            <a:chExt cx="762805" cy="734873"/>
          </a:xfrm>
        </p:grpSpPr>
        <p:sp>
          <p:nvSpPr>
            <p:cNvPr id="30" name="Freeform 5">
              <a:extLst>
                <a:ext uri="{FF2B5EF4-FFF2-40B4-BE49-F238E27FC236}">
                  <a16:creationId xmlns:a16="http://schemas.microsoft.com/office/drawing/2014/main" id="{6150ACFD-AEC6-42A3-A5A7-E7AD6B13E0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3600000">
              <a:off x="8220298" y="1428832"/>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60000"/>
                  </a:schemeClr>
                </a:gs>
                <a:gs pos="100000">
                  <a:schemeClr val="accent1">
                    <a:lumMod val="60000"/>
                    <a:lumOff val="40000"/>
                    <a:alpha val="60000"/>
                  </a:schemeClr>
                </a:gs>
              </a:gsLst>
              <a:lin ang="0" scaled="0"/>
              <a:tileRect/>
            </a:gradFill>
            <a:ln>
              <a:noFill/>
            </a:ln>
            <a:effectLst>
              <a:innerShdw blurRad="254000">
                <a:schemeClr val="bg2"/>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1" name="Freeform 6">
              <a:extLst>
                <a:ext uri="{FF2B5EF4-FFF2-40B4-BE49-F238E27FC236}">
                  <a16:creationId xmlns:a16="http://schemas.microsoft.com/office/drawing/2014/main" id="{DB4D1217-FEB1-4D2A-80F4-C227B66D72C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3600000">
              <a:off x="8066503" y="1339815"/>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60000"/>
                  </a:schemeClr>
                </a:gs>
                <a:gs pos="100000">
                  <a:schemeClr val="accent1">
                    <a:lumMod val="60000"/>
                    <a:lumOff val="40000"/>
                  </a:schemeClr>
                </a:gs>
              </a:gsLst>
              <a:lin ang="180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2" name="Freeform 8">
              <a:extLst>
                <a:ext uri="{FF2B5EF4-FFF2-40B4-BE49-F238E27FC236}">
                  <a16:creationId xmlns:a16="http://schemas.microsoft.com/office/drawing/2014/main" id="{0BCA7138-22BA-4785-8B3D-9D45213E85C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3600000">
              <a:off x="8217173" y="1608753"/>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60000"/>
                  </a:schemeClr>
                </a:gs>
                <a:gs pos="100000">
                  <a:schemeClr val="accent1">
                    <a:lumMod val="60000"/>
                    <a:lumOff val="40000"/>
                    <a:alpha val="60000"/>
                  </a:schemeClr>
                </a:gs>
              </a:gsLst>
              <a:lin ang="18000000" scaled="0"/>
              <a:tileRect/>
            </a:gradFill>
            <a:ln>
              <a:noFill/>
            </a:ln>
            <a:effectLst>
              <a:innerShdw blurRad="508000">
                <a:schemeClr val="bg2"/>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pic>
        <p:nvPicPr>
          <p:cNvPr id="4" name="Content Placeholder 3">
            <a:extLst>
              <a:ext uri="{FF2B5EF4-FFF2-40B4-BE49-F238E27FC236}">
                <a16:creationId xmlns:a16="http://schemas.microsoft.com/office/drawing/2014/main" id="{4534CB2C-D862-41B5-3CDB-4D6CF85C0E18}"/>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983" t="15027" r="1516" b="14692"/>
          <a:stretch>
            <a:fillRect/>
          </a:stretch>
        </p:blipFill>
        <p:spPr>
          <a:xfrm>
            <a:off x="4295776" y="1363519"/>
            <a:ext cx="7345363" cy="4132548"/>
          </a:xfrm>
          <a:custGeom>
            <a:avLst/>
            <a:gdLst/>
            <a:ahLst/>
            <a:cxnLst/>
            <a:rect l="l" t="t" r="r" b="b"/>
            <a:pathLst>
              <a:path w="7345363" h="5761037">
                <a:moveTo>
                  <a:pt x="0" y="0"/>
                </a:moveTo>
                <a:lnTo>
                  <a:pt x="7345363" y="0"/>
                </a:lnTo>
                <a:lnTo>
                  <a:pt x="7345363" y="5761037"/>
                </a:lnTo>
                <a:lnTo>
                  <a:pt x="0" y="5761037"/>
                </a:lnTo>
                <a:close/>
              </a:path>
            </a:pathLst>
          </a:custGeom>
        </p:spPr>
      </p:pic>
    </p:spTree>
    <p:extLst>
      <p:ext uri="{BB962C8B-B14F-4D97-AF65-F5344CB8AC3E}">
        <p14:creationId xmlns:p14="http://schemas.microsoft.com/office/powerpoint/2010/main" val="17447801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A43ACD5-086C-0F58-3ED2-A45B2F1D7440}"/>
            </a:ext>
          </a:extLst>
        </p:cNvPr>
        <p:cNvGrpSpPr/>
        <p:nvPr/>
      </p:nvGrpSpPr>
      <p:grpSpPr>
        <a:xfrm>
          <a:off x="0" y="0"/>
          <a:ext cx="0" cy="0"/>
          <a:chOff x="0" y="0"/>
          <a:chExt cx="0" cy="0"/>
        </a:xfrm>
      </p:grpSpPr>
      <p:sp>
        <p:nvSpPr>
          <p:cNvPr id="17" name="Freeform: Shape 16">
            <a:extLst>
              <a:ext uri="{FF2B5EF4-FFF2-40B4-BE49-F238E27FC236}">
                <a16:creationId xmlns:a16="http://schemas.microsoft.com/office/drawing/2014/main" id="{82184FF4-7029-4ED7-813A-192E606087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12445" y="481888"/>
            <a:ext cx="1080000" cy="1262947"/>
          </a:xfrm>
          <a:custGeom>
            <a:avLst/>
            <a:gdLst/>
            <a:ahLst/>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AAA7AB09-557C-41AD-9113-FF9F68FA10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1" name="Oval 20">
            <a:extLst>
              <a:ext uri="{FF2B5EF4-FFF2-40B4-BE49-F238E27FC236}">
                <a16:creationId xmlns:a16="http://schemas.microsoft.com/office/drawing/2014/main" id="{EF99ECAA-1F11-4937-BBA6-51935AB44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3" name="Group 22">
            <a:extLst>
              <a:ext uri="{FF2B5EF4-FFF2-40B4-BE49-F238E27FC236}">
                <a16:creationId xmlns:a16="http://schemas.microsoft.com/office/drawing/2014/main" id="{79DE9FAB-6BBA-4CFE-B67D-77B47F01EC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29952" y="4524379"/>
            <a:ext cx="1980001" cy="1363916"/>
            <a:chOff x="4879602" y="3781429"/>
            <a:chExt cx="1980001" cy="1363916"/>
          </a:xfrm>
        </p:grpSpPr>
        <p:sp>
          <p:nvSpPr>
            <p:cNvPr id="24" name="Freeform: Shape 23">
              <a:extLst>
                <a:ext uri="{FF2B5EF4-FFF2-40B4-BE49-F238E27FC236}">
                  <a16:creationId xmlns:a16="http://schemas.microsoft.com/office/drawing/2014/main" id="{79FAC916-D9BB-4794-81B4-7C47C67E850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Freeform: Shape 24">
              <a:extLst>
                <a:ext uri="{FF2B5EF4-FFF2-40B4-BE49-F238E27FC236}">
                  <a16:creationId xmlns:a16="http://schemas.microsoft.com/office/drawing/2014/main" id="{B5CA2231-7A65-4D16-8400-A210CC41DB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6" name="Oval 25">
              <a:extLst>
                <a:ext uri="{FF2B5EF4-FFF2-40B4-BE49-F238E27FC236}">
                  <a16:creationId xmlns:a16="http://schemas.microsoft.com/office/drawing/2014/main" id="{4B089C8C-B82B-4704-88E2-E857A5E21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7" name="Oval 26">
              <a:extLst>
                <a:ext uri="{FF2B5EF4-FFF2-40B4-BE49-F238E27FC236}">
                  <a16:creationId xmlns:a16="http://schemas.microsoft.com/office/drawing/2014/main" id="{434B90C8-5B4D-456E-AD99-80EF748FDD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useBgFill="1">
        <p:nvSpPr>
          <p:cNvPr id="29" name="Rectangle 28">
            <a:extLst>
              <a:ext uri="{FF2B5EF4-FFF2-40B4-BE49-F238E27FC236}">
                <a16:creationId xmlns:a16="http://schemas.microsoft.com/office/drawing/2014/main" id="{1DB043B4-68C6-45B9-82AC-A5800EADB8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28A00A08-E4E6-4184-B484-E0E034072A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1171" y="1388266"/>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33" name="Group 32">
            <a:extLst>
              <a:ext uri="{FF2B5EF4-FFF2-40B4-BE49-F238E27FC236}">
                <a16:creationId xmlns:a16="http://schemas.microsoft.com/office/drawing/2014/main" id="{0780E404-3121-4F33-AF2D-65F659A977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7675" y="288981"/>
            <a:ext cx="1262947" cy="1335600"/>
            <a:chOff x="2678417" y="2427951"/>
            <a:chExt cx="1262947" cy="1335600"/>
          </a:xfrm>
        </p:grpSpPr>
        <p:sp>
          <p:nvSpPr>
            <p:cNvPr id="34" name="Freeform: Shape 33">
              <a:extLst>
                <a:ext uri="{FF2B5EF4-FFF2-40B4-BE49-F238E27FC236}">
                  <a16:creationId xmlns:a16="http://schemas.microsoft.com/office/drawing/2014/main" id="{2339341D-8322-49F1-91DA-6D115CCAE7A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2700000">
              <a:off x="2769891" y="2336477"/>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5" name="Oval 34">
              <a:extLst>
                <a:ext uri="{FF2B5EF4-FFF2-40B4-BE49-F238E27FC236}">
                  <a16:creationId xmlns:a16="http://schemas.microsoft.com/office/drawing/2014/main" id="{7EB9DB0E-3B0E-411A-9274-448D565CA4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a:off x="2784291" y="2683551"/>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nvGrpSpPr>
          <p:cNvPr id="37" name="Group 36">
            <a:extLst>
              <a:ext uri="{FF2B5EF4-FFF2-40B4-BE49-F238E27FC236}">
                <a16:creationId xmlns:a16="http://schemas.microsoft.com/office/drawing/2014/main" id="{4B158E9A-DBF4-4AA7-B6B7-8C8EB2FBDD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25249" y="5435090"/>
            <a:ext cx="762805" cy="734873"/>
            <a:chOff x="7950336" y="1300590"/>
            <a:chExt cx="762805" cy="734873"/>
          </a:xfrm>
        </p:grpSpPr>
        <p:sp>
          <p:nvSpPr>
            <p:cNvPr id="38" name="Freeform 5">
              <a:extLst>
                <a:ext uri="{FF2B5EF4-FFF2-40B4-BE49-F238E27FC236}">
                  <a16:creationId xmlns:a16="http://schemas.microsoft.com/office/drawing/2014/main" id="{6150ACFD-AEC6-42A3-A5A7-E7AD6B13E0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3600000">
              <a:off x="8220298" y="1428832"/>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60000"/>
                  </a:schemeClr>
                </a:gs>
                <a:gs pos="100000">
                  <a:schemeClr val="accent1">
                    <a:lumMod val="60000"/>
                    <a:lumOff val="40000"/>
                    <a:alpha val="60000"/>
                  </a:schemeClr>
                </a:gs>
              </a:gsLst>
              <a:lin ang="0" scaled="0"/>
              <a:tileRect/>
            </a:gradFill>
            <a:ln>
              <a:noFill/>
            </a:ln>
            <a:effectLst>
              <a:innerShdw blurRad="254000">
                <a:schemeClr val="bg2"/>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9" name="Freeform 6">
              <a:extLst>
                <a:ext uri="{FF2B5EF4-FFF2-40B4-BE49-F238E27FC236}">
                  <a16:creationId xmlns:a16="http://schemas.microsoft.com/office/drawing/2014/main" id="{DB4D1217-FEB1-4D2A-80F4-C227B66D72C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3600000">
              <a:off x="8066503" y="1339815"/>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60000"/>
                  </a:schemeClr>
                </a:gs>
                <a:gs pos="100000">
                  <a:schemeClr val="accent1">
                    <a:lumMod val="60000"/>
                    <a:lumOff val="40000"/>
                  </a:schemeClr>
                </a:gs>
              </a:gsLst>
              <a:lin ang="180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0" name="Freeform 8">
              <a:extLst>
                <a:ext uri="{FF2B5EF4-FFF2-40B4-BE49-F238E27FC236}">
                  <a16:creationId xmlns:a16="http://schemas.microsoft.com/office/drawing/2014/main" id="{0BCA7138-22BA-4785-8B3D-9D45213E85C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3600000">
              <a:off x="8217173" y="1608753"/>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60000"/>
                  </a:schemeClr>
                </a:gs>
                <a:gs pos="100000">
                  <a:schemeClr val="accent1">
                    <a:lumMod val="60000"/>
                    <a:lumOff val="40000"/>
                    <a:alpha val="60000"/>
                  </a:schemeClr>
                </a:gs>
              </a:gsLst>
              <a:lin ang="18000000" scaled="0"/>
              <a:tileRect/>
            </a:gradFill>
            <a:ln>
              <a:noFill/>
            </a:ln>
            <a:effectLst>
              <a:innerShdw blurRad="508000">
                <a:schemeClr val="bg2"/>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pic>
        <p:nvPicPr>
          <p:cNvPr id="12" name="Content Placeholder 11">
            <a:extLst>
              <a:ext uri="{FF2B5EF4-FFF2-40B4-BE49-F238E27FC236}">
                <a16:creationId xmlns:a16="http://schemas.microsoft.com/office/drawing/2014/main" id="{A40EE399-8E77-53C0-A8E4-8B842CD3B0E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575" t="15181" r="1621" b="15051"/>
          <a:stretch>
            <a:fillRect/>
          </a:stretch>
        </p:blipFill>
        <p:spPr>
          <a:xfrm>
            <a:off x="4295776" y="1385024"/>
            <a:ext cx="7345363" cy="4089539"/>
          </a:xfrm>
          <a:custGeom>
            <a:avLst/>
            <a:gdLst/>
            <a:ahLst/>
            <a:cxnLst/>
            <a:rect l="l" t="t" r="r" b="b"/>
            <a:pathLst>
              <a:path w="7345363" h="5761037">
                <a:moveTo>
                  <a:pt x="0" y="0"/>
                </a:moveTo>
                <a:lnTo>
                  <a:pt x="7345363" y="0"/>
                </a:lnTo>
                <a:lnTo>
                  <a:pt x="7345363" y="5761037"/>
                </a:lnTo>
                <a:lnTo>
                  <a:pt x="0" y="5761037"/>
                </a:lnTo>
                <a:close/>
              </a:path>
            </a:pathLst>
          </a:custGeom>
        </p:spPr>
      </p:pic>
    </p:spTree>
    <p:extLst>
      <p:ext uri="{BB962C8B-B14F-4D97-AF65-F5344CB8AC3E}">
        <p14:creationId xmlns:p14="http://schemas.microsoft.com/office/powerpoint/2010/main" val="1419814664"/>
      </p:ext>
    </p:extLst>
  </p:cSld>
  <p:clrMapOvr>
    <a:masterClrMapping/>
  </p:clrMapOvr>
</p:sld>
</file>

<file path=ppt/theme/theme1.xml><?xml version="1.0" encoding="utf-8"?>
<a:theme xmlns:a="http://schemas.openxmlformats.org/drawingml/2006/main" name="3DFloatVTI">
  <a:themeElements>
    <a:clrScheme name="Float">
      <a:dk1>
        <a:sysClr val="windowText" lastClr="000000"/>
      </a:dk1>
      <a:lt1>
        <a:sysClr val="window" lastClr="FFFFFF"/>
      </a:lt1>
      <a:dk2>
        <a:srgbClr val="1B192E"/>
      </a:dk2>
      <a:lt2>
        <a:srgbClr val="EAE5EB"/>
      </a:lt2>
      <a:accent1>
        <a:srgbClr val="13BE89"/>
      </a:accent1>
      <a:accent2>
        <a:srgbClr val="12B1BF"/>
      </a:accent2>
      <a:accent3>
        <a:srgbClr val="D40AA8"/>
      </a:accent3>
      <a:accent4>
        <a:srgbClr val="B86E62"/>
      </a:accent4>
      <a:accent5>
        <a:srgbClr val="A3A3C1"/>
      </a:accent5>
      <a:accent6>
        <a:srgbClr val="37335B"/>
      </a:accent6>
      <a:hlink>
        <a:srgbClr val="0066FF"/>
      </a:hlink>
      <a:folHlink>
        <a:srgbClr val="666699"/>
      </a:folHlink>
    </a:clrScheme>
    <a:fontScheme name="Float">
      <a:majorFont>
        <a:latin typeface="Sitka Heading"/>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3DFloatVTI" id="{F59BA300-ED19-4B39-9AE3-7882B1DE8B78}" vid="{0FEC63E3-719F-4F50-9F1E-5B8BAF39109A}"/>
    </a:ext>
  </a:extLst>
</a:theme>
</file>

<file path=docProps/app.xml><?xml version="1.0" encoding="utf-8"?>
<Properties xmlns="http://schemas.openxmlformats.org/officeDocument/2006/extended-properties" xmlns:vt="http://schemas.openxmlformats.org/officeDocument/2006/docPropsVTypes">
  <TotalTime>27</TotalTime>
  <Words>886</Words>
  <Application>Microsoft Office PowerPoint</Application>
  <PresentationFormat>Widescreen</PresentationFormat>
  <Paragraphs>80</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Sitka Heading</vt:lpstr>
      <vt:lpstr>Source Sans Pro</vt:lpstr>
      <vt:lpstr>3DFloatVTI</vt:lpstr>
      <vt:lpstr>CREDIT CARD</vt:lpstr>
      <vt:lpstr>Project Objective: </vt:lpstr>
      <vt:lpstr>PowerPoint Presentation</vt:lpstr>
      <vt:lpstr>DAX QUERIES</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Prince Shukla</dc:creator>
  <cp:lastModifiedBy>Prince Shukla</cp:lastModifiedBy>
  <cp:revision>1</cp:revision>
  <dcterms:created xsi:type="dcterms:W3CDTF">2026-01-06T12:26:04Z</dcterms:created>
  <dcterms:modified xsi:type="dcterms:W3CDTF">2026-01-06T12:53:51Z</dcterms:modified>
</cp:coreProperties>
</file>